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22.xml"/><Relationship Id="rId2" Type="http://schemas.openxmlformats.org/officeDocument/2006/relationships/slide" Target="slide22.xml"/><Relationship Id="rId3" Type="http://schemas.openxmlformats.org/officeDocument/2006/relationships/image" Target="../media/image-21-1.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20240"/>
            <a:ext cx="1463040" cy="676656"/>
          </a:xfrm>
          <a:prstGeom prst="roundRect">
            <a:avLst>
              <a:gd name="adj" fmla="val 10811"/>
            </a:avLst>
          </a:prstGeom>
          <a:solidFill>
            <a:srgbClr val="1D1D1F"/>
          </a:solidFill>
          <a:ln w="12700">
            <a:solidFill>
              <a:srgbClr val="1D1D1F"/>
            </a:solidFill>
            <a:prstDash val="solid"/>
          </a:ln>
        </p:spPr>
      </p:sp>
      <p:sp>
        <p:nvSpPr>
          <p:cNvPr id="35" name="Text 32"/>
          <p:cNvSpPr txBox="1"/>
          <p:nvPr/>
        </p:nvSpPr>
        <p:spPr>
          <a:xfrm>
            <a:off x="4315968" y="1920240"/>
            <a:ext cx="1389888" cy="71323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Premium fee charged? → Refund  </a:t>
            </a:r>
            <a:endParaRPr lang="en-US" sz="1000" dirty="0"/>
          </a:p>
        </p:txBody>
      </p:sp>
      <p:sp>
        <p:nvSpPr>
          <p:cNvPr id="36" name="Shape 33"/>
          <p:cNvSpPr/>
          <p:nvPr/>
        </p:nvSpPr>
        <p:spPr>
          <a:xfrm>
            <a:off x="1600200" y="3218688"/>
            <a:ext cx="0" cy="128016"/>
          </a:xfrm>
          <a:prstGeom prst="line">
            <a:avLst/>
          </a:prstGeom>
          <a:noFill/>
          <a:ln w="12700">
            <a:solidFill>
              <a:srgbClr val="6E6E73"/>
            </a:solidFill>
            <a:prstDash val="solid"/>
            <a:tailEnd type="triangle"/>
          </a:ln>
        </p:spPr>
      </p:sp>
      <p:sp>
        <p:nvSpPr>
          <p:cNvPr id="37" name="Text 34"/>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38" name="Shape 35">
            <a:hlinkClick r:id="rId1"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39" name="Text 36">
            <a:hlinkClick r:id="rId2"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0" name="Shape 37"/>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1" name="Image 0" descr="preencoded.png">    </p:cNvPr>
          <p:cNvPicPr>
            <a:picLocks noChangeAspect="1"/>
          </p:cNvPicPr>
          <p:nvPr/>
        </p:nvPicPr>
        <p:blipFill>
          <a:blip r:embed="rId3"/>
          <a:stretch>
            <a:fillRect/>
          </a:stretch>
        </p:blipFill>
        <p:spPr>
          <a:xfrm>
            <a:off x="6035040" y="1499616"/>
            <a:ext cx="182880" cy="182880"/>
          </a:xfrm>
          <a:prstGeom prst="rect">
            <a:avLst/>
          </a:prstGeom>
        </p:spPr>
      </p:pic>
      <p:sp>
        <p:nvSpPr>
          <p:cNvPr id="42" name="Text 38"/>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3" name="Text 39"/>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4" name="Shape 40"/>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5" name="Text 41"/>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6"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7"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48"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49"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0"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1"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2"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3"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4"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5"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6"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57"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58"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9"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0"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1"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6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7"/>
                                        </p:tgtEl>
                                        <p:attrNameLst>
                                          <p:attrName>style.visibility</p:attrName>
                                        </p:attrNameLst>
                                      </p:cBhvr>
                                      <p:to>
                                        <p:strVal val="visible"/>
                                      </p:to>
                                    </p:set>
                                    <p:animEffect transition="in" filter="fade">
                                      <p:cBhvr>
                                        <p:cTn id="10" dur="600"/>
                                        <p:tgtEl>
                                          <p:spTgt spid="4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animEffect transition="in" filter="fade">
                                      <p:cBhvr>
                                        <p:cTn id="13" dur="600"/>
                                        <p:tgtEl>
                                          <p:spTgt spid="4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9"/>
                                        </p:tgtEl>
                                        <p:attrNameLst>
                                          <p:attrName>style.visibility</p:attrName>
                                        </p:attrNameLst>
                                      </p:cBhvr>
                                      <p:to>
                                        <p:strVal val="visible"/>
                                      </p:to>
                                    </p:set>
                                    <p:animEffect transition="in" filter="fade">
                                      <p:cBhvr>
                                        <p:cTn id="16" dur="600"/>
                                        <p:tgtEl>
                                          <p:spTgt spid="49"/>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6"/>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47"/>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48"/>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4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0"/>
                                        </p:tgtEl>
                                        <p:attrNameLst>
                                          <p:attrName>style.visibility</p:attrName>
                                        </p:attrNameLst>
                                      </p:cBhvr>
                                      <p:to>
                                        <p:strVal val="visible"/>
                                      </p:to>
                                    </p:set>
                                    <p:animEffect transition="in" filter="fade">
                                      <p:cBhvr>
                                        <p:cTn id="33" dur="600"/>
                                        <p:tgtEl>
                                          <p:spTgt spid="5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1"/>
                                        </p:tgtEl>
                                        <p:attrNameLst>
                                          <p:attrName>style.visibility</p:attrName>
                                        </p:attrNameLst>
                                      </p:cBhvr>
                                      <p:to>
                                        <p:strVal val="visible"/>
                                      </p:to>
                                    </p:set>
                                    <p:animEffect transition="in" filter="fade">
                                      <p:cBhvr>
                                        <p:cTn id="36" dur="600"/>
                                        <p:tgtEl>
                                          <p:spTgt spid="5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2"/>
                                        </p:tgtEl>
                                        <p:attrNameLst>
                                          <p:attrName>style.visibility</p:attrName>
                                        </p:attrNameLst>
                                      </p:cBhvr>
                                      <p:to>
                                        <p:strVal val="visible"/>
                                      </p:to>
                                    </p:set>
                                    <p:animEffect transition="in" filter="fade">
                                      <p:cBhvr>
                                        <p:cTn id="39" dur="600"/>
                                        <p:tgtEl>
                                          <p:spTgt spid="5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fade">
                                      <p:cBhvr>
                                        <p:cTn id="42" dur="600"/>
                                        <p:tgtEl>
                                          <p:spTgt spid="53"/>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0"/>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2"/>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3"/>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6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6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6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600"/>
                                        <p:tgtEl>
                                          <p:spTgt spid="57"/>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4"/>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5"/>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6"/>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57"/>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6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6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6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600"/>
                                        <p:tgtEl>
                                          <p:spTgt spid="61"/>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58"/>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59"/>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0"/>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46" grpId="1" animBg="1"/>
      <p:bldP spid="47" grpId="1" animBg="1"/>
      <p:bldP spid="48" grpId="1" animBg="1"/>
      <p:bldP spid="49" grpId="1" animBg="1"/>
      <p:bldP spid="50" grpId="0" animBg="1"/>
      <p:bldP spid="51" grpId="0" animBg="1"/>
      <p:bldP spid="52" grpId="0" animBg="1"/>
      <p:bldP spid="53" grpId="0" animBg="1"/>
      <p:bldP spid="50" grpId="1" animBg="1"/>
      <p:bldP spid="51" grpId="1" animBg="1"/>
      <p:bldP spid="52" grpId="1" animBg="1"/>
      <p:bldP spid="53" grpId="1" animBg="1"/>
      <p:bldP spid="54" grpId="0" animBg="1"/>
      <p:bldP spid="55" grpId="0" animBg="1"/>
      <p:bldP spid="56" grpId="0" animBg="1"/>
      <p:bldP spid="57" grpId="0" animBg="1"/>
      <p:bldP spid="54" grpId="1" animBg="1"/>
      <p:bldP spid="55" grpId="1" animBg="1"/>
      <p:bldP spid="56" grpId="1" animBg="1"/>
      <p:bldP spid="57" grpId="1" animBg="1"/>
      <p:bldP spid="58" grpId="0" animBg="1"/>
      <p:bldP spid="59" grpId="0" animBg="1"/>
      <p:bldP spid="60" grpId="0" animBg="1"/>
      <p:bldP spid="61" grpId="0" animBg="1"/>
      <p:bldP spid="58" grpId="1" animBg="1"/>
      <p:bldP spid="59" grpId="1" animBg="1"/>
      <p:bldP spid="60" grpId="1" animBg="1"/>
      <p:bldP spid="61"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2026-10-07T13:41:10Z</dcterms:created>
  <dcterms:modified xsi:type="dcterms:W3CDTF">2026-10-07T13:41:10Z</dcterms:modified>
</cp:coreProperties>
</file>
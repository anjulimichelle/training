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Test the words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is a guarantee. "Around" is an estimate.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then own it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recording. Call it our error.</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Fix, then one offer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overpayment. One light offer, else waive ETF.</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2026-10-06T19:44:08Z</dcterms:created>
  <dcterms:modified xsi:type="dcterms:W3CDTF">2026-10-06T19:44:08Z</dcterms:modified>
</cp:coreProperties>
</file>
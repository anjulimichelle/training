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Knowledge Library article follows the same structure: What Is This, Why This Matters, The Process, Related Articles, Related Macros. Read start to finish when learning; use the headings to navigate on a live ticket. When nothing matches word-for-word, start with the facts and apply the reasoning behind the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" y="0"/>
            <a:ext cx="0" cy="514350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11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F7A6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HOMEAGLOW  ·  NEW HIRE CARE TRAINING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23544" y="7132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How to Use the Knowledge Library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guide, not a script. Learn the </a:t>
            </a:r>
            <a:pPr indent="0" marL="0">
              <a:buNone/>
            </a:pPr>
            <a:r>
              <a:rPr lang="en-US" sz="1200" i="1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behind each policy so you can handle what isn't written down.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23544" y="2487168"/>
            <a:ext cx="3886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596896"/>
            <a:ext cx="292608" cy="292608"/>
          </a:xfrm>
          <a:prstGeom prst="ellipse">
            <a:avLst/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60904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2184" y="2551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Learning a topic?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472184" y="27523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article from beginning to end.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23544" y="3099816"/>
            <a:ext cx="3886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3209544"/>
            <a:ext cx="292608" cy="292608"/>
          </a:xfrm>
          <a:prstGeom prst="ellipse">
            <a:avLst/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273552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72184" y="3163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Handling a live ticket?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472184" y="3364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to the section heading you need.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923544" y="3712464"/>
            <a:ext cx="3886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1560" y="3822192"/>
            <a:ext cx="292608" cy="292608"/>
          </a:xfrm>
          <a:prstGeom prst="ellipse">
            <a:avLst/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886200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72184" y="3776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No exact match?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472184" y="3977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facts, apply the reasoning, use your judgment.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923544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training material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193792" y="411480"/>
            <a:ext cx="3593592" cy="4343400"/>
          </a:xfrm>
          <a:prstGeom prst="roundRect">
            <a:avLst>
              <a:gd name="adj" fmla="val 4326"/>
            </a:avLst>
          </a:prstGeom>
          <a:solidFill>
            <a:srgbClr val="FBEFE4"/>
          </a:solidFill>
          <a:ln w="12700">
            <a:solidFill>
              <a:srgbClr val="FBEFE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40680" y="64008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F7A6C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EVERY ARTICLE, SAME STRUCTURE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40680" y="8412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Know where to look, every time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440680" y="1280160"/>
            <a:ext cx="30998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A06E3C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559552" y="1408176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55955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952744" y="1344168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What Is This?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952744" y="15270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overview of the situation covered.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440680" y="1865376"/>
            <a:ext cx="30998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A06E3C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559552" y="1993392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55955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952744" y="1929384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5952744" y="2112264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behind the policy: the why before the what.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440680" y="2450592"/>
            <a:ext cx="30998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A06E3C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559552" y="2578608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559552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5952744" y="2514600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The Process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5952744" y="269748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 to work through, and the thinking behind each.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5440680" y="3035808"/>
            <a:ext cx="30998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A06E3C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5559552" y="3163824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559552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5952744" y="309981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Related Articles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5952744" y="3282696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topics, since real cases often involve more than one issue.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5440680" y="3621024"/>
            <a:ext cx="309981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A06E3C">
                <a:alpha val="12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5559552" y="3749040"/>
            <a:ext cx="274320" cy="27432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559552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5952744" y="3685032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Related Macros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5952744" y="386791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macro that matches your resolution, from decision to communication.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5440680" y="4233672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goal: </a:t>
            </a:r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who understand the reasoning, apply policy with good judgment, and adapt to situations they've never seen.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2026-10-01T12:35:23Z</dcterms:created>
  <dcterms:modified xsi:type="dcterms:W3CDTF">2026-10-01T12:35:23Z</dcterms:modified>
</cp:coreProperties>
</file>
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cpq_cash Cash Payment J 1234567 / cpq_cancel Your customer Joseph reported you cancelled their Monday Oct 9 job. Submit reactivation appeal through dashboard. / cpq_false_invoice Customer Mary reported incorrect hours charged. Submit reactivation appeal. / cpq_noshow Your customer Janis reported you didn't show up to their Monday Oct 9 job. Submit reactivation appeal through dashboard. / cpq_overcharge Customer Kyle reported incorrect hours charged. Submit reactivation appeal. / cpq_invalid_cancel Upon review, your customer cancellation report has been deemed invalid. Submit reactivation appeal through dashboard. / cpq_reschedule Your customer George reported you rescheduled their Monday Oct 9 job without permission. Submit reactivation appeal through dashboard. / HGTA 1234567.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Match anxiety: the customer asks if their request has been claimed, or when it will be. A submitted job is automatically upgraded to a Priority Request within 24-48 hours of the start time. 2) Last-minute job request: CS may book cleaning requests as soon as 12 hours in advance. Priority markups do not apply to jobs booked via CRM. 3) Customer wants a cleaner of a specific gender: there is no option to select a gender, but customers may request to be rematched with another cleaner any time more than 6 hours before the job start time if they don't like the cleaner who claims. Preferences can also be added to the cleaning notes. 4) Customer wants a specific cleaner for an upcoming appointment: we can change the customer's Requested CPs through the Job Admin Page, only if they explicitly request it. TRAINER NOTE: walk trainees through how to change Requested CPs on the Job Admin Page. 5) Customer has a strict schedule and can only do certain dates/times: to increase the likelihood of the job being claimed, the system may automatically add alternate start times if the job is still unclaimed 24 hours before it starts. To stop this, add the flag: C CRM &gt; Do &gt; do_not_auto_add_alternate_start_times.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2.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2.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2.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2.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you enter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reason codes and their format</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514600"/>
                <a:gridCol w="5806440"/>
              </a:tblGrid>
              <a:tr h="301752">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 for deactivation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reason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reschedule on C's behalf</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Reschedule unauthorized by the customer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tickets: 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while the job waits for a cleaner, and how to answer.</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Match anxiety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"Has my request been claimed? When will it be?"</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A submitted job is automatically upgraded to a Priority Request within 24–48 hours of the start time.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Last-minute job request</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CS can book as little as 12 hours ahead. Priority markups don't apply to jobs booked via the CRM.</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cleaner of a specific gender</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There's no gender option. They can rematch any time 6+ hours before start, and add preferences to the cleaning notes.</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specific cleaner</a:t>
            </a:r>
            <a:endParaRPr lang="en-US" sz="1050" dirty="0"/>
          </a:p>
        </p:txBody>
      </p:sp>
      <p:sp>
        <p:nvSpPr>
          <p:cNvPr id="25" name="Text 22"/>
          <p:cNvSpPr txBox="1"/>
          <p:nvPr/>
        </p:nvSpPr>
        <p:spPr>
          <a:xfrm>
            <a:off x="3566160" y="33558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their Requested CPs on the Job Admin Page, only if they explicitly ask.</a:t>
            </a:r>
            <a:endParaRPr lang="en-US" sz="950" dirty="0"/>
          </a:p>
        </p:txBody>
      </p:sp>
      <p:sp>
        <p:nvSpPr>
          <p:cNvPr id="26" name="Shape 23"/>
          <p:cNvSpPr/>
          <p:nvPr/>
        </p:nvSpPr>
        <p:spPr>
          <a:xfrm>
            <a:off x="7589520" y="3538728"/>
            <a:ext cx="1005840" cy="256032"/>
          </a:xfrm>
          <a:prstGeom prst="roundRect">
            <a:avLst>
              <a:gd name="adj" fmla="val 28571"/>
            </a:avLst>
          </a:prstGeom>
          <a:solidFill>
            <a:srgbClr val="FFF3D6"/>
          </a:solidFill>
          <a:ln w="9525">
            <a:solidFill>
              <a:srgbClr val="FFF3D6"/>
            </a:solidFill>
            <a:prstDash val="solid"/>
          </a:ln>
        </p:spPr>
      </p:sp>
      <p:sp>
        <p:nvSpPr>
          <p:cNvPr id="27" name="Text 24"/>
          <p:cNvSpPr txBox="1"/>
          <p:nvPr/>
        </p:nvSpPr>
        <p:spPr>
          <a:xfrm>
            <a:off x="7589520" y="35387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Strict schedule, only certain dates/times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Unclaimed 24 hrs before start, the system may add alternate times. Stop it: C CRM › Do › do_not_auto_add_alternate_start_times.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2026-10-02T17:52:37Z</dcterms:created>
  <dcterms:modified xsi:type="dcterms:W3CDTF">2026-10-02T17:52:37Z</dcterms:modified>
</cp:coreProperties>
</file>
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cpq_cancel Your customer Joseph reported you cancelled their Monday Oct 9 job. Submit reactivation appeal through dashboard. / cpq_noshow Your customer Janis reported you didn't show up to their Monday Oct 9 job. ... / cpq_reschedule Your customer George reported you rescheduled their Monday Oct 9 job without permission. ... / cpq_invalid_cancel Upon review, your customer cancellation report has been deemed invalid. ... / cpq_false_invoice Customer Mary reported incorrect hours charged. Submit reactivation appeal. / cpq_overcharge Customer Kyle reported incorrect hours charged. Submit reactivation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cpq_dnr Multiple reported cancellations and no-shows. / cpq_cash Cash Payment J 1234567 / dp-c 1234567 / dp-cp 1234567 / HGTA 1234567. Code 199 is for duplicate accounts where SSN/bank info matches a suspended CP (DTC). DTC is internal; never explain it to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2.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9260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Topic</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You will learn</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01</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Cleaner Journey</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Legacy CP CRM</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Where we manage cleaner accounts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03</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Dashboard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cleaners see and manage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04</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Profile Status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each status lets a cleaner do</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05</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CP-Facing Deactivation</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reason codes cleaners see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06</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Operating Models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Why location changes the rules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07</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Tiering</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Who sees and claims jobs first</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08</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Statuses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09</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AG: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10</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Knowledge Check</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Set by your trainer</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Job-related reason codes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Account and conduct codes</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job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11480">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Unauthorized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account and conduct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2011680"/>
                <a:gridCol w="2286000"/>
                <a:gridCol w="2286000"/>
                <a:gridCol w="17373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Permanent (repeated offenses)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cpq_dnr &lt;REASON&gt;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Background check not cleared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bgcheck_not_clear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Failed background check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 / unprofessional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Name doesn't match SSN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ssn_validation_failed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 not valid for employment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 &lt;C_ID&gt;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Duplicate: SSN/bank matches a suspended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199</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dp-cp &lt;CP_ID&gt;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code exactly as written. Fill in only the &lt;placeholders&gt;.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10</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2026-10-01T16:11:17Z</dcterms:created>
  <dcterms:modified xsi:type="dcterms:W3CDTF">2026-10-01T16:11:17Z</dcterms:modified>
</cp:coreProperties>
</file>
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7" name="Text 4"/>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8" name="Shape 5"/>
          <p:cNvSpPr/>
          <p:nvPr/>
        </p:nvSpPr>
        <p:spPr>
          <a:xfrm>
            <a:off x="2011680" y="1920240"/>
            <a:ext cx="0" cy="246888"/>
          </a:xfrm>
          <a:prstGeom prst="line">
            <a:avLst/>
          </a:prstGeom>
          <a:noFill/>
          <a:ln w="12700">
            <a:solidFill>
              <a:srgbClr val="6E6E73"/>
            </a:solidFill>
            <a:prstDash val="solid"/>
            <a:tailEnd type="triangle"/>
          </a:ln>
        </p:spPr>
      </p:sp>
      <p:sp>
        <p:nvSpPr>
          <p:cNvPr id="9" name="Shape 6"/>
          <p:cNvSpPr/>
          <p:nvPr/>
        </p:nvSpPr>
        <p:spPr>
          <a:xfrm>
            <a:off x="3474720" y="1645920"/>
            <a:ext cx="274320" cy="0"/>
          </a:xfrm>
          <a:prstGeom prst="line">
            <a:avLst/>
          </a:prstGeom>
          <a:noFill/>
          <a:ln w="12700">
            <a:solidFill>
              <a:srgbClr val="6E6E73"/>
            </a:solidFill>
            <a:prstDash val="solid"/>
          </a:ln>
        </p:spPr>
      </p:sp>
      <p:sp>
        <p:nvSpPr>
          <p:cNvPr id="10" name="Text 7"/>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1" name="Shape 8"/>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2" name="Text 9"/>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3" name="Shape 10"/>
          <p:cNvSpPr/>
          <p:nvPr/>
        </p:nvSpPr>
        <p:spPr>
          <a:xfrm>
            <a:off x="2011680" y="2715768"/>
            <a:ext cx="0" cy="246888"/>
          </a:xfrm>
          <a:prstGeom prst="line">
            <a:avLst/>
          </a:prstGeom>
          <a:noFill/>
          <a:ln w="12700">
            <a:solidFill>
              <a:srgbClr val="6E6E73"/>
            </a:solidFill>
            <a:prstDash val="solid"/>
            <a:tailEnd type="triangle"/>
          </a:ln>
        </p:spPr>
      </p:sp>
      <p:sp>
        <p:nvSpPr>
          <p:cNvPr id="14" name="Shape 11"/>
          <p:cNvSpPr/>
          <p:nvPr/>
        </p:nvSpPr>
        <p:spPr>
          <a:xfrm>
            <a:off x="3474720" y="2441448"/>
            <a:ext cx="274320" cy="0"/>
          </a:xfrm>
          <a:prstGeom prst="line">
            <a:avLst/>
          </a:prstGeom>
          <a:noFill/>
          <a:ln w="12700">
            <a:solidFill>
              <a:srgbClr val="6E6E73"/>
            </a:solidFill>
            <a:prstDash val="solid"/>
          </a:ln>
        </p:spPr>
      </p:sp>
      <p:sp>
        <p:nvSpPr>
          <p:cNvPr id="15" name="Text 12"/>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CP to ask before extending. Send comms about the action taken. The CP has 3 days to prove the customer authorized the extra hours.</a:t>
            </a:r>
            <a:endParaRPr lang="en-US" sz="950" dirty="0"/>
          </a:p>
        </p:txBody>
      </p:sp>
      <p:sp>
        <p:nvSpPr>
          <p:cNvPr id="16" name="Shape 13"/>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17" name="Text 14"/>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18" name="Shape 15"/>
          <p:cNvSpPr/>
          <p:nvPr/>
        </p:nvSpPr>
        <p:spPr>
          <a:xfrm>
            <a:off x="2011680" y="3511296"/>
            <a:ext cx="0" cy="246888"/>
          </a:xfrm>
          <a:prstGeom prst="line">
            <a:avLst/>
          </a:prstGeom>
          <a:noFill/>
          <a:ln w="12700">
            <a:solidFill>
              <a:srgbClr val="6E6E73"/>
            </a:solidFill>
            <a:prstDash val="solid"/>
            <a:tailEnd type="triangle"/>
          </a:ln>
        </p:spPr>
      </p:sp>
      <p:sp>
        <p:nvSpPr>
          <p:cNvPr id="19" name="Shape 16"/>
          <p:cNvSpPr/>
          <p:nvPr/>
        </p:nvSpPr>
        <p:spPr>
          <a:xfrm>
            <a:off x="3474720" y="3236976"/>
            <a:ext cx="274320" cy="0"/>
          </a:xfrm>
          <a:prstGeom prst="line">
            <a:avLst/>
          </a:prstGeom>
          <a:noFill/>
          <a:ln w="12700">
            <a:solidFill>
              <a:srgbClr val="6E6E73"/>
            </a:solidFill>
            <a:prstDash val="solid"/>
          </a:ln>
        </p:spPr>
      </p:sp>
      <p:sp>
        <p:nvSpPr>
          <p:cNvPr id="20" name="Text 17"/>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 Unauthorized hours is itself the service issue, so the customer doesn't need to ask.</a:t>
            </a:r>
            <a:endParaRPr lang="en-US" sz="950" dirty="0"/>
          </a:p>
        </p:txBody>
      </p:sp>
      <p:sp>
        <p:nvSpPr>
          <p:cNvPr id="21" name="Shape 18"/>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2" name="Text 19"/>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3" name="Shape 20"/>
          <p:cNvSpPr/>
          <p:nvPr/>
        </p:nvSpPr>
        <p:spPr>
          <a:xfrm>
            <a:off x="3474720" y="4032504"/>
            <a:ext cx="274320" cy="0"/>
          </a:xfrm>
          <a:prstGeom prst="line">
            <a:avLst/>
          </a:prstGeom>
          <a:noFill/>
          <a:ln w="12700">
            <a:solidFill>
              <a:srgbClr val="6E6E73"/>
            </a:solidFill>
            <a:prstDash val="solid"/>
          </a:ln>
        </p:spPr>
      </p:sp>
      <p:sp>
        <p:nvSpPr>
          <p:cNvPr id="24" name="Text 21"/>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7" name="Shape 4"/>
          <p:cNvSpPr/>
          <p:nvPr/>
        </p:nvSpPr>
        <p:spPr>
          <a:xfrm>
            <a:off x="2080260" y="1399032"/>
            <a:ext cx="0" cy="91440"/>
          </a:xfrm>
          <a:prstGeom prst="line">
            <a:avLst/>
          </a:prstGeom>
          <a:noFill/>
          <a:ln w="12700">
            <a:solidFill>
              <a:srgbClr val="6E6E73"/>
            </a:solidFill>
            <a:prstDash val="solid"/>
            <a:tailEnd type="triangle"/>
          </a:ln>
        </p:spPr>
      </p:sp>
      <p:sp>
        <p:nvSpPr>
          <p:cNvPr id="8" name="Shape 5"/>
          <p:cNvSpPr/>
          <p:nvPr/>
        </p:nvSpPr>
        <p:spPr>
          <a:xfrm>
            <a:off x="3703320" y="1225296"/>
            <a:ext cx="182880" cy="0"/>
          </a:xfrm>
          <a:prstGeom prst="line">
            <a:avLst/>
          </a:prstGeom>
          <a:noFill/>
          <a:ln w="12700">
            <a:solidFill>
              <a:srgbClr val="6E6E73"/>
            </a:solidFill>
            <a:prstDash val="solid"/>
          </a:ln>
        </p:spPr>
      </p:sp>
      <p:sp>
        <p:nvSpPr>
          <p:cNvPr id="9" name="Text 6"/>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The CP invoiced a job they never cleaned. Confirm the CP, not the customer, invoiced it.</a:t>
            </a:r>
            <a:endParaRPr lang="en-US" sz="850" dirty="0"/>
          </a:p>
        </p:txBody>
      </p:sp>
      <p:sp>
        <p:nvSpPr>
          <p:cNvPr id="10" name="Shape 7"/>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1" name="Text 8"/>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2" name="Shape 9"/>
          <p:cNvSpPr/>
          <p:nvPr/>
        </p:nvSpPr>
        <p:spPr>
          <a:xfrm>
            <a:off x="2080260" y="1837944"/>
            <a:ext cx="0" cy="91440"/>
          </a:xfrm>
          <a:prstGeom prst="line">
            <a:avLst/>
          </a:prstGeom>
          <a:noFill/>
          <a:ln w="12700">
            <a:solidFill>
              <a:srgbClr val="6E6E73"/>
            </a:solidFill>
            <a:prstDash val="solid"/>
            <a:tailEnd type="triangle"/>
          </a:ln>
        </p:spPr>
      </p:sp>
      <p:sp>
        <p:nvSpPr>
          <p:cNvPr id="13" name="Shape 10"/>
          <p:cNvSpPr/>
          <p:nvPr/>
        </p:nvSpPr>
        <p:spPr>
          <a:xfrm>
            <a:off x="3703320" y="1664208"/>
            <a:ext cx="182880" cy="0"/>
          </a:xfrm>
          <a:prstGeom prst="line">
            <a:avLst/>
          </a:prstGeom>
          <a:noFill/>
          <a:ln w="12700">
            <a:solidFill>
              <a:srgbClr val="6E6E73"/>
            </a:solidFill>
            <a:prstDash val="solid"/>
          </a:ln>
        </p:spPr>
      </p:sp>
      <p:sp>
        <p:nvSpPr>
          <p:cNvPr id="14" name="Text 11"/>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5" name="Shape 12"/>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6" name="Text 13"/>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17" name="Shape 14"/>
          <p:cNvSpPr/>
          <p:nvPr/>
        </p:nvSpPr>
        <p:spPr>
          <a:xfrm>
            <a:off x="2080260" y="2276856"/>
            <a:ext cx="0" cy="91440"/>
          </a:xfrm>
          <a:prstGeom prst="line">
            <a:avLst/>
          </a:prstGeom>
          <a:noFill/>
          <a:ln w="12700">
            <a:solidFill>
              <a:srgbClr val="6E6E73"/>
            </a:solidFill>
            <a:prstDash val="solid"/>
            <a:tailEnd type="triangle"/>
          </a:ln>
        </p:spPr>
      </p:sp>
      <p:sp>
        <p:nvSpPr>
          <p:cNvPr id="18" name="Shape 15"/>
          <p:cNvSpPr/>
          <p:nvPr/>
        </p:nvSpPr>
        <p:spPr>
          <a:xfrm>
            <a:off x="3703320" y="2103120"/>
            <a:ext cx="182880" cy="0"/>
          </a:xfrm>
          <a:prstGeom prst="line">
            <a:avLst/>
          </a:prstGeom>
          <a:noFill/>
          <a:ln w="12700">
            <a:solidFill>
              <a:srgbClr val="6E6E73"/>
            </a:solidFill>
            <a:prstDash val="solid"/>
          </a:ln>
        </p:spPr>
      </p:sp>
      <p:sp>
        <p:nvSpPr>
          <p:cNvPr id="19" name="Text 16"/>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0" name="Shape 17"/>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1" name="Text 18"/>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2" name="Shape 19"/>
          <p:cNvSpPr/>
          <p:nvPr/>
        </p:nvSpPr>
        <p:spPr>
          <a:xfrm>
            <a:off x="2080260" y="2715768"/>
            <a:ext cx="0" cy="91440"/>
          </a:xfrm>
          <a:prstGeom prst="line">
            <a:avLst/>
          </a:prstGeom>
          <a:noFill/>
          <a:ln w="12700">
            <a:solidFill>
              <a:srgbClr val="6E6E73"/>
            </a:solidFill>
            <a:prstDash val="solid"/>
            <a:tailEnd type="triangle"/>
          </a:ln>
        </p:spPr>
      </p:sp>
      <p:sp>
        <p:nvSpPr>
          <p:cNvPr id="23" name="Shape 20"/>
          <p:cNvSpPr/>
          <p:nvPr/>
        </p:nvSpPr>
        <p:spPr>
          <a:xfrm>
            <a:off x="3703320" y="2542032"/>
            <a:ext cx="182880" cy="0"/>
          </a:xfrm>
          <a:prstGeom prst="line">
            <a:avLst/>
          </a:prstGeom>
          <a:noFill/>
          <a:ln w="12700">
            <a:solidFill>
              <a:srgbClr val="6E6E73"/>
            </a:solidFill>
            <a:prstDash val="solid"/>
          </a:ln>
        </p:spPr>
      </p:sp>
      <p:sp>
        <p:nvSpPr>
          <p:cNvPr id="24" name="Text 21"/>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Check the Issues Table for past false invoices or overcharges. Reason: cpq_false_invoice Customer &lt;C'S NAME&gt; reported incorrect hours charged.</a:t>
            </a:r>
            <a:endParaRPr lang="en-US" sz="850" dirty="0"/>
          </a:p>
        </p:txBody>
      </p:sp>
      <p:sp>
        <p:nvSpPr>
          <p:cNvPr id="25" name="Shape 22"/>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6" name="Text 23"/>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27" name="Shape 24"/>
          <p:cNvSpPr/>
          <p:nvPr/>
        </p:nvSpPr>
        <p:spPr>
          <a:xfrm>
            <a:off x="2080260" y="3154680"/>
            <a:ext cx="0" cy="91440"/>
          </a:xfrm>
          <a:prstGeom prst="line">
            <a:avLst/>
          </a:prstGeom>
          <a:noFill/>
          <a:ln w="12700">
            <a:solidFill>
              <a:srgbClr val="6E6E73"/>
            </a:solidFill>
            <a:prstDash val="solid"/>
            <a:tailEnd type="triangle"/>
          </a:ln>
        </p:spPr>
      </p:sp>
      <p:sp>
        <p:nvSpPr>
          <p:cNvPr id="28" name="Shape 25"/>
          <p:cNvSpPr/>
          <p:nvPr/>
        </p:nvSpPr>
        <p:spPr>
          <a:xfrm>
            <a:off x="3703320" y="2980944"/>
            <a:ext cx="182880" cy="0"/>
          </a:xfrm>
          <a:prstGeom prst="line">
            <a:avLst/>
          </a:prstGeom>
          <a:noFill/>
          <a:ln w="12700">
            <a:solidFill>
              <a:srgbClr val="6E6E73"/>
            </a:solidFill>
            <a:prstDash val="solid"/>
          </a:ln>
        </p:spPr>
      </p:sp>
      <p:sp>
        <p:nvSpPr>
          <p:cNvPr id="29" name="Text 26"/>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Don't claim jobs you can't do or invoice without working: reschedule, or cancel from your dashboard. GA/Tier 10 with pending items: reassign to allentolentino.</a:t>
            </a:r>
            <a:endParaRPr lang="en-US" sz="850" dirty="0"/>
          </a:p>
        </p:txBody>
      </p:sp>
      <p:sp>
        <p:nvSpPr>
          <p:cNvPr id="30" name="Shape 27"/>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1" name="Text 28"/>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2" name="Shape 29"/>
          <p:cNvSpPr/>
          <p:nvPr/>
        </p:nvSpPr>
        <p:spPr>
          <a:xfrm>
            <a:off x="2080260" y="3593592"/>
            <a:ext cx="0" cy="91440"/>
          </a:xfrm>
          <a:prstGeom prst="line">
            <a:avLst/>
          </a:prstGeom>
          <a:noFill/>
          <a:ln w="12700">
            <a:solidFill>
              <a:srgbClr val="6E6E73"/>
            </a:solidFill>
            <a:prstDash val="solid"/>
            <a:tailEnd type="triangle"/>
          </a:ln>
        </p:spPr>
      </p:sp>
      <p:sp>
        <p:nvSpPr>
          <p:cNvPr id="33" name="Shape 30"/>
          <p:cNvSpPr/>
          <p:nvPr/>
        </p:nvSpPr>
        <p:spPr>
          <a:xfrm>
            <a:off x="3703320" y="3419856"/>
            <a:ext cx="182880" cy="0"/>
          </a:xfrm>
          <a:prstGeom prst="line">
            <a:avLst/>
          </a:prstGeom>
          <a:noFill/>
          <a:ln w="12700">
            <a:solidFill>
              <a:srgbClr val="6E6E73"/>
            </a:solidFill>
            <a:prstDash val="solid"/>
          </a:ln>
        </p:spPr>
      </p:sp>
      <p:sp>
        <p:nvSpPr>
          <p:cNvPr id="34" name="Text 31"/>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5" name="Shape 32"/>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6" name="Text 33"/>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37" name="Shape 34"/>
          <p:cNvSpPr/>
          <p:nvPr/>
        </p:nvSpPr>
        <p:spPr>
          <a:xfrm>
            <a:off x="2080260" y="4032504"/>
            <a:ext cx="0" cy="91440"/>
          </a:xfrm>
          <a:prstGeom prst="line">
            <a:avLst/>
          </a:prstGeom>
          <a:noFill/>
          <a:ln w="12700">
            <a:solidFill>
              <a:srgbClr val="6E6E73"/>
            </a:solidFill>
            <a:prstDash val="solid"/>
            <a:tailEnd type="triangle"/>
          </a:ln>
        </p:spPr>
      </p:sp>
      <p:sp>
        <p:nvSpPr>
          <p:cNvPr id="38" name="Shape 35"/>
          <p:cNvSpPr/>
          <p:nvPr/>
        </p:nvSpPr>
        <p:spPr>
          <a:xfrm>
            <a:off x="3703320" y="3858768"/>
            <a:ext cx="182880" cy="0"/>
          </a:xfrm>
          <a:prstGeom prst="line">
            <a:avLst/>
          </a:prstGeom>
          <a:noFill/>
          <a:ln w="12700">
            <a:solidFill>
              <a:srgbClr val="6E6E73"/>
            </a:solidFill>
            <a:prstDash val="solid"/>
          </a:ln>
        </p:spPr>
      </p:sp>
      <p:sp>
        <p:nvSpPr>
          <p:cNvPr id="39" name="Text 36"/>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0" name="Shape 37"/>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1" name="Text 38"/>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2" name="Shape 39"/>
          <p:cNvSpPr/>
          <p:nvPr/>
        </p:nvSpPr>
        <p:spPr>
          <a:xfrm>
            <a:off x="3703320" y="4297680"/>
            <a:ext cx="182880" cy="0"/>
          </a:xfrm>
          <a:prstGeom prst="line">
            <a:avLst/>
          </a:prstGeom>
          <a:noFill/>
          <a:ln w="12700">
            <a:solidFill>
              <a:srgbClr val="6E6E73"/>
            </a:solidFill>
            <a:prstDash val="solid"/>
          </a:ln>
        </p:spPr>
      </p:sp>
      <p:sp>
        <p:nvSpPr>
          <p:cNvPr id="43" name="Text 40"/>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2026-10-05T16:21:49Z</dcterms:created>
  <dcterms:modified xsi:type="dcterms:W3CDTF">2026-10-05T16:21:49Z</dcterms:modified>
</cp:coreProperties>
</file>
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CP to ask before extending. Send comms about the action taken.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 Unauthorized hours is itself the service issue, so the customer doesn't need to ask.</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The CP invoiced a job they never cleaned. Confirm the CP, not the customer, invoiced it.</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Check the Issues Table for past false invoices or overcharges. Reason: cpq_false_invoice Customer &lt;C'S NAME&gt; reported incorrect hours charged.</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Don't claim jobs you can't do or invoice without working: reschedule, or cancel from your dashboard. GA/Tier 10 with pending items: reassign to allentolentino.</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2026-10-05T16:28:38Z</dcterms:created>
  <dcterms:modified xsi:type="dcterms:W3CDTF">2026-10-05T16:28:38Z</dcterms:modified>
</cp:coreProperties>
</file>
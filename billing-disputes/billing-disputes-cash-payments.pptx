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still assigned: add the cp_unauthorized_reschedule flag to the CP's account and update their CP Step if warranted, then check how far away the original start time is: click the Check the start time button to jump to the next slide. No, no longer assigned: review the CP's account for prior instances and update their CP Step if warranted; send the CP coaching comms using the applicable Comms Kit macro; offer the customer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Already in the past: follow AG: Pending Invoice's completion-verification steps, whether the job is Pending Invoice or Claimed. Job already cancelled/invoiced: offer a Priority Booking and address any other pain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and Unauthorized Reschedule (still assigned? how far is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 Target="slide63.xml"/><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Step 1: is the job still assigned to the CP who rescheduled it?</a:t>
            </a:r>
            <a:endParaRPr lang="en-US" sz="1200" dirty="0"/>
          </a:p>
        </p:txBody>
      </p:sp>
      <p:sp>
        <p:nvSpPr>
          <p:cNvPr id="6" name="Shape 3"/>
          <p:cNvSpPr/>
          <p:nvPr/>
        </p:nvSpPr>
        <p:spPr>
          <a:xfrm>
            <a:off x="2834640" y="1280160"/>
            <a:ext cx="347472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834640" y="1280160"/>
            <a:ext cx="347472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8" name="Shape 5"/>
          <p:cNvSpPr/>
          <p:nvPr/>
        </p:nvSpPr>
        <p:spPr>
          <a:xfrm>
            <a:off x="4572000" y="1783080"/>
            <a:ext cx="0" cy="274320"/>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685800" y="2377440"/>
            <a:ext cx="3291840" cy="457200"/>
          </a:xfrm>
          <a:prstGeom prst="roundRect">
            <a:avLst>
              <a:gd name="adj" fmla="val 16000"/>
            </a:avLst>
          </a:prstGeom>
          <a:solidFill>
            <a:srgbClr val="1D1D1F"/>
          </a:solidFill>
          <a:ln w="12700">
            <a:solidFill>
              <a:srgbClr val="1D1D1F"/>
            </a:solidFill>
            <a:prstDash val="solid"/>
          </a:ln>
        </p:spPr>
      </p:sp>
      <p:sp>
        <p:nvSpPr>
          <p:cNvPr id="15" name="Text 12"/>
          <p:cNvSpPr txBox="1"/>
          <p:nvPr/>
        </p:nvSpPr>
        <p:spPr>
          <a:xfrm>
            <a:off x="68580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the CP + Priority Booking</a:t>
            </a:r>
            <a:endParaRPr lang="en-US" sz="1000" dirty="0"/>
          </a:p>
        </p:txBody>
      </p:sp>
      <p:sp>
        <p:nvSpPr>
          <p:cNvPr id="16" name="Shape 13"/>
          <p:cNvSpPr/>
          <p:nvPr/>
        </p:nvSpPr>
        <p:spPr>
          <a:xfrm>
            <a:off x="5166360" y="2377440"/>
            <a:ext cx="3291840" cy="457200"/>
          </a:xfrm>
          <a:prstGeom prst="roundRect">
            <a:avLst>
              <a:gd name="adj" fmla="val 16000"/>
            </a:avLst>
          </a:prstGeom>
          <a:solidFill>
            <a:srgbClr val="0B7A6F"/>
          </a:solidFill>
          <a:ln w="12700">
            <a:solidFill>
              <a:srgbClr val="0B7A6F"/>
            </a:solidFill>
            <a:prstDash val="solid"/>
          </a:ln>
        </p:spPr>
      </p:sp>
      <p:sp>
        <p:nvSpPr>
          <p:cNvPr id="17" name="Text 14"/>
          <p:cNvSpPr txBox="1"/>
          <p:nvPr/>
        </p:nvSpPr>
        <p:spPr>
          <a:xfrm>
            <a:off x="516636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Add flag + check the start time</a:t>
            </a:r>
            <a:endParaRPr lang="en-US" sz="1000" dirty="0"/>
          </a:p>
        </p:txBody>
      </p:sp>
      <p:sp>
        <p:nvSpPr>
          <p:cNvPr id="18" name="Text 15"/>
          <p:cNvSpPr txBox="1"/>
          <p:nvPr/>
        </p:nvSpPr>
        <p:spPr>
          <a:xfrm>
            <a:off x="68580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Review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CP's account for prior instances.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Send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coaching comms (Comms Kit macro).</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Offer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customer a Priority Booking and address other pain points.</a:t>
            </a:r>
            <a:endParaRPr lang="en-US" sz="900" dirty="0"/>
          </a:p>
        </p:txBody>
      </p:sp>
      <p:sp>
        <p:nvSpPr>
          <p:cNvPr id="19" name="Text 16"/>
          <p:cNvSpPr txBox="1"/>
          <p:nvPr/>
        </p:nvSpPr>
        <p:spPr>
          <a:xfrm>
            <a:off x="516636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cp_unauthorized_reschedule flag.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Check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how far away the original start time is.</a:t>
            </a:r>
            <a:endParaRPr lang="en-US" sz="900" dirty="0"/>
          </a:p>
        </p:txBody>
      </p:sp>
      <p:sp>
        <p:nvSpPr>
          <p:cNvPr id="20" name="Text 17">
            <a:hlinkClick r:id="rId1" tooltip="Go to the next slide" action="ppaction://hlinksldjump"/>
          </p:cNvPr>
          <p:cNvSpPr/>
          <p:nvPr/>
        </p:nvSpPr>
        <p:spPr>
          <a:xfrm>
            <a:off x="5715000" y="3566160"/>
            <a:ext cx="2194560" cy="365760"/>
          </a:xfrm>
          <a:prstGeom prst="roundRect">
            <a:avLst>
              <a:gd name="adj" fmla="val 20000"/>
            </a:avLst>
          </a:prstGeom>
          <a:solidFill>
            <a:srgbClr val="0B7A6F"/>
          </a:solidFill>
          <a:ln>
            <a:solidFill>
              <a:srgbClr val="0B7A6F"/>
            </a:solidFill>
          </a:ln>
        </p:spPr>
        <p:txBody>
          <a:bodyPr wrap="square" rtlCol="0" anchor="ctr"/>
          <a:lstStyle/>
          <a:p>
            <a:pPr algn="ctr" indent="0" marL="0">
              <a:buNone/>
            </a:pPr>
            <a:r>
              <a:rPr lang="en-US" sz="1100" b="1" u="none" dirty="0">
                <a:solidFill>
                  <a:srgbClr val="FFFFFF"/>
                </a:solidFill>
                <a:latin typeface="SF Pro Display" pitchFamily="34" charset="0"/>
                <a:ea typeface="SF Pro Display" pitchFamily="34" charset="-122"/>
                <a:cs typeface="SF Pro Display" pitchFamily="34" charset="-120"/>
              </a:rPr>
              <a:t>Check the start time  ›</a:t>
            </a:r>
            <a:endParaRPr lang="en-US" sz="11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Still assigned: the original start time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the original start time sits now decides the fix.</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286000"/>
                <a:gridCol w="6035040"/>
              </a:tblGrid>
              <a:tr h="50292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Original start time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More than 48 hours away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back to the original start time via the Customer Dashboard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48 hours or less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Priority Markup cohort (C CRM › View). 30_to_50_pct or 50_to_100_pct: cancel via CRM (CP no-show/reschedule), rebook via CRM, add the internal note, tell the customer, offer Alternate Start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Already in the past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Follow AG: Pending Invoice's completion-verification steps (Pending Invoice or Claimed)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already cancelled or invoiced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Offer a Priority Booking and address any other pain points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502920"/>
          </a:xfrm>
          <a:prstGeom prst="roundRect">
            <a:avLst>
              <a:gd name="adj" fmla="val 14545"/>
            </a:avLst>
          </a:prstGeom>
          <a:solidFill>
            <a:srgbClr val="FFFFFF"/>
          </a:solidFill>
          <a:ln w="9525">
            <a:solidFill>
              <a:srgbClr val="DCE1E7"/>
            </a:solidFill>
            <a:prstDash val="solid"/>
          </a:ln>
        </p:spPr>
      </p:sp>
      <p:sp>
        <p:nvSpPr>
          <p:cNvPr id="8" name="Text 4"/>
          <p:cNvSpPr txBox="1"/>
          <p:nvPr/>
        </p:nvSpPr>
        <p:spPr>
          <a:xfrm>
            <a:off x="594360" y="4069080"/>
            <a:ext cx="8046720" cy="502920"/>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Internal note  </a:t>
            </a:r>
            <a:pPr indent="0" marL="0">
              <a:buNone/>
            </a:pPr>
            <a:r>
              <a:rPr lang="en-US" sz="950" dirty="0">
                <a:solidFill>
                  <a:srgbClr val="1D1D1F"/>
                </a:solidFill>
                <a:latin typeface="SF Pro Text" pitchFamily="34" charset="0"/>
                <a:ea typeface="SF Pro Text" pitchFamily="34" charset="-122"/>
                <a:cs typeface="SF Pro Text" pitchFamily="34" charset="-120"/>
              </a:rPr>
              <a:t>cp_unauthorized_reschedule cancelled J &lt;JOB ID&gt; to avoid priority_fee and recreated J &lt;JOB ID&gt;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2026-10-05T18:32:00Z</dcterms:created>
  <dcterms:modified xsi:type="dcterms:W3CDTF">2026-10-05T18:32:00Z</dcterms:modified>
</cp:coreProperties>
</file>
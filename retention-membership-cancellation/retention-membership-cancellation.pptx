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Lst>
  <p:sldSz cy="5143500" cx="9144000"/>
  <p:notesSz cx="5143500" cy="9144000"/>
  <p:embeddedFontLst>
    <p:embeddedFont>
      <p:font typeface="Play"/>
      <p:regular r:id="rId88"/>
      <p:bold r:id="rId8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4C7AB39-75F1-484D-9647-466482E4A2EA}">
  <a:tblStyle styleId="{44C7AB39-75F1-484D-9647-466482E4A2EA}"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font" Target="fonts/Play-regular.fntdata"/><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font" Target="fonts/Play-bold.fntdata"/><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4" name="Google Shape;1144;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45" name="Google Shape;1145;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5" name="Google Shape;1165;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66" name="Google Shape;1166;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93" name="Google Shape;1193;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68" name="Google Shape;1268;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98" name="Google Shape;129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0" name="Google Shape;1330;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331" name="Google Shape;1331;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a:p>
        </p:txBody>
      </p:sp>
      <p:sp>
        <p:nvSpPr>
          <p:cNvPr id="1353" name="Google Shape;135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73" name="Google Shape;1373;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401" name="Google Shape;140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6" name="Shape 1426"/>
        <p:cNvGrpSpPr/>
        <p:nvPr/>
      </p:nvGrpSpPr>
      <p:grpSpPr>
        <a:xfrm>
          <a:off x="0" y="0"/>
          <a:ext cx="0" cy="0"/>
          <a:chOff x="0" y="0"/>
          <a:chExt cx="0" cy="0"/>
        </a:xfrm>
      </p:grpSpPr>
      <p:sp>
        <p:nvSpPr>
          <p:cNvPr id="1427" name="Google Shape;142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8" name="Google Shape;142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429" name="Google Shape;142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0" name="Google Shape;1460;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61" name="Google Shape;1461;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94" name="Google Shape;1494;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2" name="Shape 1522"/>
        <p:cNvGrpSpPr/>
        <p:nvPr/>
      </p:nvGrpSpPr>
      <p:grpSpPr>
        <a:xfrm>
          <a:off x="0" y="0"/>
          <a:ext cx="0" cy="0"/>
          <a:chOff x="0" y="0"/>
          <a:chExt cx="0" cy="0"/>
        </a:xfrm>
      </p:grpSpPr>
      <p:sp>
        <p:nvSpPr>
          <p:cNvPr id="1523" name="Google Shape;15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4" name="Google Shape;15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525" name="Google Shape;15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1" name="Shape 1551"/>
        <p:cNvGrpSpPr/>
        <p:nvPr/>
      </p:nvGrpSpPr>
      <p:grpSpPr>
        <a:xfrm>
          <a:off x="0" y="0"/>
          <a:ext cx="0" cy="0"/>
          <a:chOff x="0" y="0"/>
          <a:chExt cx="0" cy="0"/>
        </a:xfrm>
      </p:grpSpPr>
      <p:sp>
        <p:nvSpPr>
          <p:cNvPr id="1552" name="Google Shape;15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3" name="Google Shape;15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554" name="Google Shape;15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a:t>
            </a:r>
            <a:endParaRPr/>
          </a:p>
        </p:txBody>
      </p:sp>
      <p:sp>
        <p:nvSpPr>
          <p:cNvPr id="1591" name="Google Shape;1591;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8" name="Shape 1618"/>
        <p:cNvGrpSpPr/>
        <p:nvPr/>
      </p:nvGrpSpPr>
      <p:grpSpPr>
        <a:xfrm>
          <a:off x="0" y="0"/>
          <a:ext cx="0" cy="0"/>
          <a:chOff x="0" y="0"/>
          <a:chExt cx="0" cy="0"/>
        </a:xfrm>
      </p:grpSpPr>
      <p:sp>
        <p:nvSpPr>
          <p:cNvPr id="1619" name="Google Shape;1619;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0" name="Google Shape;1620;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a:p>
        </p:txBody>
      </p:sp>
      <p:sp>
        <p:nvSpPr>
          <p:cNvPr id="1621" name="Google Shape;1621;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1" name="Shape 1661"/>
        <p:cNvGrpSpPr/>
        <p:nvPr/>
      </p:nvGrpSpPr>
      <p:grpSpPr>
        <a:xfrm>
          <a:off x="0" y="0"/>
          <a:ext cx="0" cy="0"/>
          <a:chOff x="0" y="0"/>
          <a:chExt cx="0" cy="0"/>
        </a:xfrm>
      </p:grpSpPr>
      <p:sp>
        <p:nvSpPr>
          <p:cNvPr id="1662" name="Google Shape;166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3" name="Google Shape;166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664" name="Google Shape;166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1" name="Shape 1671"/>
        <p:cNvGrpSpPr/>
        <p:nvPr/>
      </p:nvGrpSpPr>
      <p:grpSpPr>
        <a:xfrm>
          <a:off x="0" y="0"/>
          <a:ext cx="0" cy="0"/>
          <a:chOff x="0" y="0"/>
          <a:chExt cx="0" cy="0"/>
        </a:xfrm>
      </p:grpSpPr>
      <p:sp>
        <p:nvSpPr>
          <p:cNvPr id="1672" name="Google Shape;1672;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3" name="Google Shape;1673;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74" name="Google Shape;1674;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2" name="Shape 1702"/>
        <p:cNvGrpSpPr/>
        <p:nvPr/>
      </p:nvGrpSpPr>
      <p:grpSpPr>
        <a:xfrm>
          <a:off x="0" y="0"/>
          <a:ext cx="0" cy="0"/>
          <a:chOff x="0" y="0"/>
          <a:chExt cx="0" cy="0"/>
        </a:xfrm>
      </p:grpSpPr>
      <p:sp>
        <p:nvSpPr>
          <p:cNvPr id="1703" name="Google Shape;1703;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4" name="Google Shape;1704;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705" name="Google Shape;1705;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32" name="Google Shape;1732;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1" name="Shape 1761"/>
        <p:cNvGrpSpPr/>
        <p:nvPr/>
      </p:nvGrpSpPr>
      <p:grpSpPr>
        <a:xfrm>
          <a:off x="0" y="0"/>
          <a:ext cx="0" cy="0"/>
          <a:chOff x="0" y="0"/>
          <a:chExt cx="0" cy="0"/>
        </a:xfrm>
      </p:grpSpPr>
      <p:sp>
        <p:nvSpPr>
          <p:cNvPr id="1762" name="Google Shape;1762;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3" name="Google Shape;1763;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64" name="Google Shape;1764;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4" name="Shape 1794"/>
        <p:cNvGrpSpPr/>
        <p:nvPr/>
      </p:nvGrpSpPr>
      <p:grpSpPr>
        <a:xfrm>
          <a:off x="0" y="0"/>
          <a:ext cx="0" cy="0"/>
          <a:chOff x="0" y="0"/>
          <a:chExt cx="0" cy="0"/>
        </a:xfrm>
      </p:grpSpPr>
      <p:sp>
        <p:nvSpPr>
          <p:cNvPr id="1795" name="Google Shape;1795;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6" name="Google Shape;1796;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97" name="Google Shape;1797;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5" name="Shape 1825"/>
        <p:cNvGrpSpPr/>
        <p:nvPr/>
      </p:nvGrpSpPr>
      <p:grpSpPr>
        <a:xfrm>
          <a:off x="0" y="0"/>
          <a:ext cx="0" cy="0"/>
          <a:chOff x="0" y="0"/>
          <a:chExt cx="0" cy="0"/>
        </a:xfrm>
      </p:grpSpPr>
      <p:sp>
        <p:nvSpPr>
          <p:cNvPr id="1826" name="Google Shape;1826;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7" name="Google Shape;1827;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28" name="Google Shape;1828;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6" name="Shape 1846"/>
        <p:cNvGrpSpPr/>
        <p:nvPr/>
      </p:nvGrpSpPr>
      <p:grpSpPr>
        <a:xfrm>
          <a:off x="0" y="0"/>
          <a:ext cx="0" cy="0"/>
          <a:chOff x="0" y="0"/>
          <a:chExt cx="0" cy="0"/>
        </a:xfrm>
      </p:grpSpPr>
      <p:sp>
        <p:nvSpPr>
          <p:cNvPr id="1847" name="Google Shape;1847;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8" name="Google Shape;1848;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849" name="Google Shape;1849;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7" name="Shape 1877"/>
        <p:cNvGrpSpPr/>
        <p:nvPr/>
      </p:nvGrpSpPr>
      <p:grpSpPr>
        <a:xfrm>
          <a:off x="0" y="0"/>
          <a:ext cx="0" cy="0"/>
          <a:chOff x="0" y="0"/>
          <a:chExt cx="0" cy="0"/>
        </a:xfrm>
      </p:grpSpPr>
      <p:sp>
        <p:nvSpPr>
          <p:cNvPr id="1878" name="Google Shape;1878;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9" name="Google Shape;1879;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80" name="Google Shape;1880;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5" name="Google Shape;189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96" name="Google Shape;189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2" name="Shape 1912"/>
        <p:cNvGrpSpPr/>
        <p:nvPr/>
      </p:nvGrpSpPr>
      <p:grpSpPr>
        <a:xfrm>
          <a:off x="0" y="0"/>
          <a:ext cx="0" cy="0"/>
          <a:chOff x="0" y="0"/>
          <a:chExt cx="0" cy="0"/>
        </a:xfrm>
      </p:grpSpPr>
      <p:sp>
        <p:nvSpPr>
          <p:cNvPr id="1913" name="Google Shape;1913;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4" name="Google Shape;1914;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15" name="Google Shape;1915;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3" name="Shape 1943"/>
        <p:cNvGrpSpPr/>
        <p:nvPr/>
      </p:nvGrpSpPr>
      <p:grpSpPr>
        <a:xfrm>
          <a:off x="0" y="0"/>
          <a:ext cx="0" cy="0"/>
          <a:chOff x="0" y="0"/>
          <a:chExt cx="0" cy="0"/>
        </a:xfrm>
      </p:grpSpPr>
      <p:sp>
        <p:nvSpPr>
          <p:cNvPr id="1944" name="Google Shape;1944;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5" name="Google Shape;1945;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946" name="Google Shape;1946;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5" name="Shape 1975"/>
        <p:cNvGrpSpPr/>
        <p:nvPr/>
      </p:nvGrpSpPr>
      <p:grpSpPr>
        <a:xfrm>
          <a:off x="0" y="0"/>
          <a:ext cx="0" cy="0"/>
          <a:chOff x="0" y="0"/>
          <a:chExt cx="0" cy="0"/>
        </a:xfrm>
      </p:grpSpPr>
      <p:sp>
        <p:nvSpPr>
          <p:cNvPr id="1976" name="Google Shape;197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7" name="Google Shape;197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78" name="Google Shape;197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7" name="Shape 2007"/>
        <p:cNvGrpSpPr/>
        <p:nvPr/>
      </p:nvGrpSpPr>
      <p:grpSpPr>
        <a:xfrm>
          <a:off x="0" y="0"/>
          <a:ext cx="0" cy="0"/>
          <a:chOff x="0" y="0"/>
          <a:chExt cx="0" cy="0"/>
        </a:xfrm>
      </p:grpSpPr>
      <p:sp>
        <p:nvSpPr>
          <p:cNvPr id="2008" name="Google Shape;200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9" name="Google Shape;200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10" name="Google Shape;201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0" name="Shape 2040"/>
        <p:cNvGrpSpPr/>
        <p:nvPr/>
      </p:nvGrpSpPr>
      <p:grpSpPr>
        <a:xfrm>
          <a:off x="0" y="0"/>
          <a:ext cx="0" cy="0"/>
          <a:chOff x="0" y="0"/>
          <a:chExt cx="0" cy="0"/>
        </a:xfrm>
      </p:grpSpPr>
      <p:sp>
        <p:nvSpPr>
          <p:cNvPr id="2041" name="Google Shape;204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2" name="Google Shape;204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043" name="Google Shape;204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74" name="Google Shape;2074;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9" name="Shape 2089"/>
        <p:cNvGrpSpPr/>
        <p:nvPr/>
      </p:nvGrpSpPr>
      <p:grpSpPr>
        <a:xfrm>
          <a:off x="0" y="0"/>
          <a:ext cx="0" cy="0"/>
          <a:chOff x="0" y="0"/>
          <a:chExt cx="0" cy="0"/>
        </a:xfrm>
      </p:grpSpPr>
      <p:sp>
        <p:nvSpPr>
          <p:cNvPr id="2090" name="Google Shape;2090;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1" name="Google Shape;2091;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92" name="Google Shape;2092;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1" name="Shape 2111"/>
        <p:cNvGrpSpPr/>
        <p:nvPr/>
      </p:nvGrpSpPr>
      <p:grpSpPr>
        <a:xfrm>
          <a:off x="0" y="0"/>
          <a:ext cx="0" cy="0"/>
          <a:chOff x="0" y="0"/>
          <a:chExt cx="0" cy="0"/>
        </a:xfrm>
      </p:grpSpPr>
      <p:sp>
        <p:nvSpPr>
          <p:cNvPr id="2112" name="Google Shape;2112;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3" name="Google Shape;2113;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14" name="Google Shape;2114;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2" name="Shape 2132"/>
        <p:cNvGrpSpPr/>
        <p:nvPr/>
      </p:nvGrpSpPr>
      <p:grpSpPr>
        <a:xfrm>
          <a:off x="0" y="0"/>
          <a:ext cx="0" cy="0"/>
          <a:chOff x="0" y="0"/>
          <a:chExt cx="0" cy="0"/>
        </a:xfrm>
      </p:grpSpPr>
      <p:sp>
        <p:nvSpPr>
          <p:cNvPr id="2133" name="Google Shape;2133;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4" name="Google Shape;2134;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135" name="Google Shape;2135;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9" name="Shape 2169"/>
        <p:cNvGrpSpPr/>
        <p:nvPr/>
      </p:nvGrpSpPr>
      <p:grpSpPr>
        <a:xfrm>
          <a:off x="0" y="0"/>
          <a:ext cx="0" cy="0"/>
          <a:chOff x="0" y="0"/>
          <a:chExt cx="0" cy="0"/>
        </a:xfrm>
      </p:grpSpPr>
      <p:sp>
        <p:nvSpPr>
          <p:cNvPr id="2170" name="Google Shape;217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1" name="Google Shape;2171;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72" name="Google Shape;2172;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6" name="Shape 2196"/>
        <p:cNvGrpSpPr/>
        <p:nvPr/>
      </p:nvGrpSpPr>
      <p:grpSpPr>
        <a:xfrm>
          <a:off x="0" y="0"/>
          <a:ext cx="0" cy="0"/>
          <a:chOff x="0" y="0"/>
          <a:chExt cx="0" cy="0"/>
        </a:xfrm>
      </p:grpSpPr>
      <p:sp>
        <p:nvSpPr>
          <p:cNvPr id="2197" name="Google Shape;219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8" name="Google Shape;219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99" name="Google Shape;219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7" name="Shape 2217"/>
        <p:cNvGrpSpPr/>
        <p:nvPr/>
      </p:nvGrpSpPr>
      <p:grpSpPr>
        <a:xfrm>
          <a:off x="0" y="0"/>
          <a:ext cx="0" cy="0"/>
          <a:chOff x="0" y="0"/>
          <a:chExt cx="0" cy="0"/>
        </a:xfrm>
      </p:grpSpPr>
      <p:sp>
        <p:nvSpPr>
          <p:cNvPr id="2218" name="Google Shape;2218;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9" name="Google Shape;2219;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220" name="Google Shape;2220;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247" name="Google Shape;2247;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79" name="Google Shape;227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9" name="Shape 2309"/>
        <p:cNvGrpSpPr/>
        <p:nvPr/>
      </p:nvGrpSpPr>
      <p:grpSpPr>
        <a:xfrm>
          <a:off x="0" y="0"/>
          <a:ext cx="0" cy="0"/>
          <a:chOff x="0" y="0"/>
          <a:chExt cx="0" cy="0"/>
        </a:xfrm>
      </p:grpSpPr>
      <p:sp>
        <p:nvSpPr>
          <p:cNvPr id="2310" name="Google Shape;2310;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1" name="Google Shape;2311;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312" name="Google Shape;2312;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3.xml"/><Relationship Id="rId11" Type="http://schemas.openxmlformats.org/officeDocument/2006/relationships/slide" Target="/ppt/slides/slide28.xml"/><Relationship Id="rId22" Type="http://schemas.openxmlformats.org/officeDocument/2006/relationships/slide" Target="/ppt/slides/slide72.xml"/><Relationship Id="rId10" Type="http://schemas.openxmlformats.org/officeDocument/2006/relationships/slide" Target="/ppt/slides/slide28.xml"/><Relationship Id="rId21" Type="http://schemas.openxmlformats.org/officeDocument/2006/relationships/slide" Target="/ppt/slides/slide72.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2.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3.xml"/><Relationship Id="rId14" Type="http://schemas.openxmlformats.org/officeDocument/2006/relationships/slide" Target="/ppt/slides/slide35.xml"/><Relationship Id="rId17" Type="http://schemas.openxmlformats.org/officeDocument/2006/relationships/slide" Target="/ppt/slides/slide53.xml"/><Relationship Id="rId16" Type="http://schemas.openxmlformats.org/officeDocument/2006/relationships/slide" Target="/ppt/slides/slide53.xml"/><Relationship Id="rId5" Type="http://schemas.openxmlformats.org/officeDocument/2006/relationships/slide" Target="/ppt/slides/slide3.xml"/><Relationship Id="rId19" Type="http://schemas.openxmlformats.org/officeDocument/2006/relationships/slide" Target="/ppt/slides/slide63.xml"/><Relationship Id="rId6" Type="http://schemas.openxmlformats.org/officeDocument/2006/relationships/slide" Target="/ppt/slides/slide12.xml"/><Relationship Id="rId18" Type="http://schemas.openxmlformats.org/officeDocument/2006/relationships/slide" Target="/ppt/slides/slide63.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15.png"/><Relationship Id="rId7"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6.png"/><Relationship Id="rId6"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33.png"/><Relationship Id="rId5" Type="http://schemas.openxmlformats.org/officeDocument/2006/relationships/image" Target="../media/image31.png"/><Relationship Id="rId6"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4.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27.png"/><Relationship Id="rId5" Type="http://schemas.openxmlformats.org/officeDocument/2006/relationships/image" Target="../media/image34.png"/><Relationship Id="rId6" Type="http://schemas.openxmlformats.org/officeDocument/2006/relationships/image" Target="../media/image41.png"/><Relationship Id="rId7"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43.png"/><Relationship Id="rId4" Type="http://schemas.openxmlformats.org/officeDocument/2006/relationships/image" Target="../media/image50.png"/><Relationship Id="rId5" Type="http://schemas.openxmlformats.org/officeDocument/2006/relationships/image" Target="../media/image38.png"/><Relationship Id="rId6" Type="http://schemas.openxmlformats.org/officeDocument/2006/relationships/image" Target="../media/image23.png"/><Relationship Id="rId7" Type="http://schemas.openxmlformats.org/officeDocument/2006/relationships/image" Target="../media/image42.png"/><Relationship Id="rId8"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8.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4.png"/><Relationship Id="rId4"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1.png"/><Relationship Id="rId4" Type="http://schemas.openxmlformats.org/officeDocument/2006/relationships/image" Target="../media/image28.png"/><Relationship Id="rId5" Type="http://schemas.openxmlformats.org/officeDocument/2006/relationships/image" Target="../media/image52.png"/><Relationship Id="rId6" Type="http://schemas.openxmlformats.org/officeDocument/2006/relationships/image" Target="../media/image5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57.png"/><Relationship Id="rId5" Type="http://schemas.openxmlformats.org/officeDocument/2006/relationships/image" Target="../media/image3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8.png"/><Relationship Id="rId4"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62.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0.png"/><Relationship Id="rId4" Type="http://schemas.openxmlformats.org/officeDocument/2006/relationships/image" Target="../media/image16.png"/><Relationship Id="rId5"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3.png"/><Relationship Id="rId4" Type="http://schemas.openxmlformats.org/officeDocument/2006/relationships/image" Target="../media/image21.png"/><Relationship Id="rId5" Type="http://schemas.openxmlformats.org/officeDocument/2006/relationships/image" Target="../media/image65.png"/><Relationship Id="rId6" Type="http://schemas.openxmlformats.org/officeDocument/2006/relationships/image" Target="../media/image6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66.png"/><Relationship Id="rId4" Type="http://schemas.openxmlformats.org/officeDocument/2006/relationships/image" Target="../media/image6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21.png"/><Relationship Id="rId6" Type="http://schemas.openxmlformats.org/officeDocument/2006/relationships/image" Target="../media/image71.png"/><Relationship Id="rId7" Type="http://schemas.openxmlformats.org/officeDocument/2006/relationships/image" Target="../media/image5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4.png"/><Relationship Id="rId4" Type="http://schemas.openxmlformats.org/officeDocument/2006/relationships/image" Target="../media/image7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5.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0.png"/><Relationship Id="rId4" Type="http://schemas.openxmlformats.org/officeDocument/2006/relationships/image" Target="../media/image76.png"/><Relationship Id="rId5" Type="http://schemas.openxmlformats.org/officeDocument/2006/relationships/image" Target="../media/image73.png"/><Relationship Id="rId6"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4.png"/><Relationship Id="rId4" Type="http://schemas.openxmlformats.org/officeDocument/2006/relationships/image" Target="../media/image74.png"/><Relationship Id="rId5" Type="http://schemas.openxmlformats.org/officeDocument/2006/relationships/image" Target="../media/image38.png"/><Relationship Id="rId6" Type="http://schemas.openxmlformats.org/officeDocument/2006/relationships/image" Target="../media/image7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77.png"/><Relationship Id="rId4" Type="http://schemas.openxmlformats.org/officeDocument/2006/relationships/image" Target="../media/image23.png"/><Relationship Id="rId5" Type="http://schemas.openxmlformats.org/officeDocument/2006/relationships/image" Target="../media/image10.png"/><Relationship Id="rId6" Type="http://schemas.openxmlformats.org/officeDocument/2006/relationships/image" Target="../media/image7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3.png"/><Relationship Id="rId4" Type="http://schemas.openxmlformats.org/officeDocument/2006/relationships/image" Target="../media/image1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8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79.png"/><Relationship Id="rId4" Type="http://schemas.openxmlformats.org/officeDocument/2006/relationships/image" Target="../media/image62.png"/><Relationship Id="rId5" Type="http://schemas.openxmlformats.org/officeDocument/2006/relationships/image" Target="../media/image33.png"/><Relationship Id="rId6" Type="http://schemas.openxmlformats.org/officeDocument/2006/relationships/image" Target="../media/image21.png"/><Relationship Id="rId7" Type="http://schemas.openxmlformats.org/officeDocument/2006/relationships/image" Target="../media/image80.png"/><Relationship Id="rId8"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53.png"/><Relationship Id="rId4" Type="http://schemas.openxmlformats.org/officeDocument/2006/relationships/image" Target="../media/image6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33.png"/><Relationship Id="rId4" Type="http://schemas.openxmlformats.org/officeDocument/2006/relationships/image" Target="../media/image23.png"/><Relationship Id="rId5" Type="http://schemas.openxmlformats.org/officeDocument/2006/relationships/image" Target="../media/image82.png"/><Relationship Id="rId6" Type="http://schemas.openxmlformats.org/officeDocument/2006/relationships/image" Target="../media/image57.png"/><Relationship Id="rId7" Type="http://schemas.openxmlformats.org/officeDocument/2006/relationships/image" Target="../media/image81.png"/><Relationship Id="rId8" Type="http://schemas.openxmlformats.org/officeDocument/2006/relationships/image" Target="../media/image5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13.png"/><Relationship Id="rId4"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4.png"/><Relationship Id="rId4" Type="http://schemas.openxmlformats.org/officeDocument/2006/relationships/image" Target="../media/image8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8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8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87.png"/><Relationship Id="rId6" Type="http://schemas.openxmlformats.org/officeDocument/2006/relationships/image" Target="../media/image4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8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8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13.png"/><Relationship Id="rId4" Type="http://schemas.openxmlformats.org/officeDocument/2006/relationships/image" Target="../media/image1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{44C7AB39-75F1-484D-9647-466482E4A2EA}</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{44C7AB39-75F1-484D-9647-466482E4A2EA}</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{44C7AB39-75F1-484D-9647-466482E4A2EA}</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the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FFFFFF"/>
                </a:solidFill>
                <a:latin typeface="Play"/>
                <a:ea typeface="Play"/>
                <a:cs typeface="Play"/>
                <a:sym typeface="Play"/>
              </a:rPr>
              <a:t>▶  Show the decision</a:t>
            </a:r>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900" u="none" cap="none" strike="noStrike">
                <a:solidFill>
                  <a:srgbClr val="0B7A6F"/>
                </a:solidFill>
                <a:latin typeface="Play"/>
                <a:ea typeface="Play"/>
                <a:cs typeface="Play"/>
                <a:sym typeface="Play"/>
              </a:rPr>
              <a:t>✓ Lower cost</a:t>
            </a:r>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{44C7AB39-75F1-484D-9647-466482E4A2EA}</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{44C7AB39-75F1-484D-9647-466482E4A2EA}</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the ladder fails</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Any stronger offer must be tied to their reason, not to their "no".</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Small offer</a:t>
            </a:r>
            <a:endParaRPr b="0" i="0" spc="0" sz="1000" u="none" cap="none" strike="noStrike">
              <a:solidFill>
                <a:schemeClr val="dk1"/>
              </a:solidFill>
              <a:latin typeface="Calibri"/>
              <a:ea typeface="Calibri"/>
              <a:cs typeface="Calibri"/>
              <a:sym typeface="Calibri"/>
            </a:endParaRPr>
          </a:p>
        </p:txBody>
      </p:sp>
      <p:cxnSp>
        <p:nvCxnSpPr>
          <p:cNvPr id="1114" name="Google Shape;1114;p44"/>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15" name="Google Shape;1115;p44"/>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They decline</a:t>
            </a:r>
            <a:endParaRPr b="0" i="0" spc="0" sz="1000" u="none" cap="none" strike="noStrike">
              <a:solidFill>
                <a:schemeClr val="dk1"/>
              </a:solidFill>
              <a:latin typeface="Calibri"/>
              <a:ea typeface="Calibri"/>
              <a:cs typeface="Calibri"/>
              <a:sym typeface="Calibri"/>
            </a:endParaRPr>
          </a:p>
        </p:txBody>
      </p:sp>
      <p:cxnSp>
        <p:nvCxnSpPr>
          <p:cNvPr id="1117" name="Google Shape;1117;p44"/>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18" name="Google Shape;1118;p44"/>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Bigger offer</a:t>
            </a:r>
            <a:endParaRPr b="0" i="0" spc="0" sz="1000" u="none" cap="none" strike="noStrike">
              <a:solidFill>
                <a:schemeClr val="dk1"/>
              </a:solidFill>
              <a:latin typeface="Calibri"/>
              <a:ea typeface="Calibri"/>
              <a:cs typeface="Calibri"/>
              <a:sym typeface="Calibri"/>
            </a:endParaRPr>
          </a:p>
        </p:txBody>
      </p:sp>
      <p:cxnSp>
        <p:nvCxnSpPr>
          <p:cNvPr id="1120" name="Google Shape;1120;p44"/>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21" name="Google Shape;1121;p44"/>
          <p:cNvSpPr/>
          <p:nvPr/>
        </p:nvSpPr>
        <p:spPr>
          <a:xfrm>
            <a:off x="6811366" y="1371600"/>
            <a:ext cx="1920240" cy="502920"/>
          </a:xfrm>
          <a:prstGeom prst="roundRect">
            <a:avLst>
              <a:gd fmla="val 14545"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2" name="Google Shape;1122;p44"/>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Repeat…</a:t>
            </a:r>
            <a:endParaRPr b="0" i="0" spc="0" sz="1000" u="none" cap="none" strike="noStrike">
              <a:solidFill>
                <a:schemeClr val="dk1"/>
              </a:solidFill>
              <a:latin typeface="Calibri"/>
              <a:ea typeface="Calibri"/>
              <a:cs typeface="Calibri"/>
              <a:sym typeface="Calibri"/>
            </a:endParaRPr>
          </a:p>
        </p:txBody>
      </p:sp>
      <p:sp>
        <p:nvSpPr>
          <p:cNvPr id="1123" name="Google Shape;1123;p44"/>
          <p:cNvSpPr/>
          <p:nvPr/>
        </p:nvSpPr>
        <p:spPr>
          <a:xfrm>
            <a:off x="4114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4" name="Google Shape;1124;p44"/>
          <p:cNvSpPr/>
          <p:nvPr/>
        </p:nvSpPr>
        <p:spPr>
          <a:xfrm>
            <a:off x="5760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5" name="Google Shape;1125;p44"/>
          <p:cNvPicPr preferRelativeResize="0"/>
          <p:nvPr/>
        </p:nvPicPr>
        <p:blipFill rotWithShape="1">
          <a:blip r:embed="rId3">
            <a:alphaModFix/>
          </a:blip>
          <a:srcRect b="0" l="0" r="0" t="0"/>
          <a:stretch/>
        </p:blipFill>
        <p:spPr>
          <a:xfrm>
            <a:off x="655076" y="2346716"/>
            <a:ext cx="171176" cy="171176"/>
          </a:xfrm>
          <a:prstGeom prst="rect">
            <a:avLst/>
          </a:prstGeom>
          <a:noFill/>
          <a:ln>
            <a:noFill/>
          </a:ln>
        </p:spPr>
      </p:pic>
      <p:sp>
        <p:nvSpPr>
          <p:cNvPr id="1126" name="Google Shape;1126;p44"/>
          <p:cNvSpPr txBox="1"/>
          <p:nvPr/>
        </p:nvSpPr>
        <p:spPr>
          <a:xfrm>
            <a:off x="5760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Feels pushy</a:t>
            </a:r>
            <a:endParaRPr b="0" i="0" spc="0" sz="1200" u="none" cap="none" strike="noStrike">
              <a:solidFill>
                <a:schemeClr val="dk1"/>
              </a:solidFill>
              <a:latin typeface="Calibri"/>
              <a:ea typeface="Calibri"/>
              <a:cs typeface="Calibri"/>
              <a:sym typeface="Calibri"/>
            </a:endParaRPr>
          </a:p>
        </p:txBody>
      </p:sp>
      <p:sp>
        <p:nvSpPr>
          <p:cNvPr id="1127" name="Google Shape;1127;p44"/>
          <p:cNvSpPr txBox="1"/>
          <p:nvPr/>
        </p:nvSpPr>
        <p:spPr>
          <a:xfrm>
            <a:off x="5760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Transactional, and it reduces trust.</a:t>
            </a:r>
            <a:endParaRPr b="0" i="0" spc="0" sz="950" u="none" cap="none" strike="noStrike">
              <a:solidFill>
                <a:schemeClr val="dk1"/>
              </a:solidFill>
              <a:latin typeface="Calibri"/>
              <a:ea typeface="Calibri"/>
              <a:cs typeface="Calibri"/>
              <a:sym typeface="Calibri"/>
            </a:endParaRPr>
          </a:p>
        </p:txBody>
      </p:sp>
      <p:sp>
        <p:nvSpPr>
          <p:cNvPr id="1128" name="Google Shape;1128;p44"/>
          <p:cNvSpPr/>
          <p:nvPr/>
        </p:nvSpPr>
        <p:spPr>
          <a:xfrm>
            <a:off x="32308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9" name="Google Shape;1129;p44"/>
          <p:cNvSpPr/>
          <p:nvPr/>
        </p:nvSpPr>
        <p:spPr>
          <a:xfrm>
            <a:off x="33954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0" name="Google Shape;1130;p44"/>
          <p:cNvPicPr preferRelativeResize="0"/>
          <p:nvPr/>
        </p:nvPicPr>
        <p:blipFill rotWithShape="1">
          <a:blip r:embed="rId4">
            <a:alphaModFix/>
          </a:blip>
          <a:srcRect b="0" l="0" r="0" t="0"/>
          <a:stretch/>
        </p:blipFill>
        <p:spPr>
          <a:xfrm>
            <a:off x="3474476" y="2346716"/>
            <a:ext cx="171176" cy="171176"/>
          </a:xfrm>
          <a:prstGeom prst="rect">
            <a:avLst/>
          </a:prstGeom>
          <a:noFill/>
          <a:ln>
            <a:noFill/>
          </a:ln>
        </p:spPr>
      </p:pic>
      <p:sp>
        <p:nvSpPr>
          <p:cNvPr id="1131" name="Google Shape;1131;p44"/>
          <p:cNvSpPr txBox="1"/>
          <p:nvPr/>
        </p:nvSpPr>
        <p:spPr>
          <a:xfrm>
            <a:off x="33954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Rewards saying no</a:t>
            </a:r>
            <a:endParaRPr b="0" i="0" spc="0" sz="1200" u="none" cap="none" strike="noStrike">
              <a:solidFill>
                <a:schemeClr val="dk1"/>
              </a:solidFill>
              <a:latin typeface="Calibri"/>
              <a:ea typeface="Calibri"/>
              <a:cs typeface="Calibri"/>
              <a:sym typeface="Calibri"/>
            </a:endParaRPr>
          </a:p>
        </p:txBody>
      </p:sp>
      <p:sp>
        <p:nvSpPr>
          <p:cNvPr id="1132" name="Google Shape;1132;p44"/>
          <p:cNvSpPr txBox="1"/>
          <p:nvPr/>
        </p:nvSpPr>
        <p:spPr>
          <a:xfrm>
            <a:off x="33954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Unfair to customers who accept the first reasonable offer.</a:t>
            </a:r>
            <a:endParaRPr b="0" i="0" spc="0" sz="950" u="none" cap="none" strike="noStrike">
              <a:solidFill>
                <a:schemeClr val="dk1"/>
              </a:solidFill>
              <a:latin typeface="Calibri"/>
              <a:ea typeface="Calibri"/>
              <a:cs typeface="Calibri"/>
              <a:sym typeface="Calibri"/>
            </a:endParaRPr>
          </a:p>
        </p:txBody>
      </p:sp>
      <p:sp>
        <p:nvSpPr>
          <p:cNvPr id="1133" name="Google Shape;1133;p44"/>
          <p:cNvSpPr/>
          <p:nvPr/>
        </p:nvSpPr>
        <p:spPr>
          <a:xfrm>
            <a:off x="60502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4"/>
          <p:cNvSpPr/>
          <p:nvPr/>
        </p:nvSpPr>
        <p:spPr>
          <a:xfrm>
            <a:off x="62148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4"/>
          <p:cNvPicPr preferRelativeResize="0"/>
          <p:nvPr/>
        </p:nvPicPr>
        <p:blipFill rotWithShape="1">
          <a:blip r:embed="rId5">
            <a:alphaModFix/>
          </a:blip>
          <a:srcRect b="0" l="0" r="0" t="0"/>
          <a:stretch/>
        </p:blipFill>
        <p:spPr>
          <a:xfrm>
            <a:off x="6293876" y="2346716"/>
            <a:ext cx="171176" cy="171176"/>
          </a:xfrm>
          <a:prstGeom prst="rect">
            <a:avLst/>
          </a:prstGeom>
          <a:noFill/>
          <a:ln>
            <a:noFill/>
          </a:ln>
        </p:spPr>
      </p:pic>
      <p:sp>
        <p:nvSpPr>
          <p:cNvPr id="1136" name="Google Shape;1136;p44"/>
          <p:cNvSpPr txBox="1"/>
          <p:nvPr/>
        </p:nvSpPr>
        <p:spPr>
          <a:xfrm>
            <a:off x="62148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Cheapens FC</a:t>
            </a:r>
            <a:endParaRPr b="0" i="0" spc="0" sz="1200" u="none" cap="none" strike="noStrike">
              <a:solidFill>
                <a:schemeClr val="dk1"/>
              </a:solidFill>
              <a:latin typeface="Calibri"/>
              <a:ea typeface="Calibri"/>
              <a:cs typeface="Calibri"/>
              <a:sym typeface="Calibri"/>
            </a:endParaRPr>
          </a:p>
        </p:txBody>
      </p:sp>
      <p:sp>
        <p:nvSpPr>
          <p:cNvPr id="1137" name="Google Shape;1137;p44"/>
          <p:cNvSpPr txBox="1"/>
          <p:nvPr/>
        </p:nvSpPr>
        <p:spPr>
          <a:xfrm>
            <a:off x="62148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 offer that misses their concern lowers its value.</a:t>
            </a:r>
            <a:endParaRPr b="0" i="0" spc="0" sz="950" u="none" cap="none" strike="noStrike">
              <a:solidFill>
                <a:schemeClr val="dk1"/>
              </a:solidFill>
              <a:latin typeface="Calibri"/>
              <a:ea typeface="Calibri"/>
              <a:cs typeface="Calibri"/>
              <a:sym typeface="Calibri"/>
            </a:endParaRPr>
          </a:p>
        </p:txBody>
      </p:sp>
      <p:sp>
        <p:nvSpPr>
          <p:cNvPr id="1138" name="Google Shape;1138;p44"/>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9" name="Google Shape;1139;p44"/>
          <p:cNvPicPr preferRelativeResize="0"/>
          <p:nvPr/>
        </p:nvPicPr>
        <p:blipFill rotWithShape="1">
          <a:blip r:embed="rId6">
            <a:alphaModFix/>
          </a:blip>
          <a:srcRect b="0" l="0" r="0" t="0"/>
          <a:stretch/>
        </p:blipFill>
        <p:spPr>
          <a:xfrm>
            <a:off x="566928" y="3721608"/>
            <a:ext cx="164592" cy="164592"/>
          </a:xfrm>
          <a:prstGeom prst="rect">
            <a:avLst/>
          </a:prstGeom>
          <a:noFill/>
          <a:ln>
            <a:noFill/>
          </a:ln>
        </p:spPr>
      </p:pic>
      <p:sp>
        <p:nvSpPr>
          <p:cNvPr id="1140" name="Google Shape;1140;p44"/>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Stronger offer?  </a:t>
            </a:r>
            <a:r>
              <a:rPr b="0" i="0" lang="en-US" spc="0" sz="1000" u="none" cap="none" strike="noStrike">
                <a:solidFill>
                  <a:srgbClr val="1D1D1F"/>
                </a:solidFill>
                <a:latin typeface="Arial"/>
                <a:ea typeface="Arial"/>
                <a:cs typeface="Arial"/>
                <a:sym typeface="Arial"/>
              </a:rPr>
              <a:t>only when it's tied to their specific reason, not because they said no.</a:t>
            </a:r>
            <a:endParaRPr b="0" i="0" spc="0" sz="1000" u="none" cap="none" strike="noStrike">
              <a:solidFill>
                <a:schemeClr val="dk1"/>
              </a:solidFill>
              <a:latin typeface="Calibri"/>
              <a:ea typeface="Calibri"/>
              <a:cs typeface="Calibri"/>
              <a:sym typeface="Calibri"/>
            </a:endParaRPr>
          </a:p>
        </p:txBody>
      </p:sp>
      <p:sp>
        <p:nvSpPr>
          <p:cNvPr id="1141" name="Google Shape;1141;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6" name="Shape 1146"/>
        <p:cNvGrpSpPr/>
        <p:nvPr/>
      </p:nvGrpSpPr>
      <p:grpSpPr>
        <a:xfrm>
          <a:off x="0" y="0"/>
          <a:ext cx="0" cy="0"/>
          <a:chOff x="0" y="0"/>
          <a:chExt cx="0" cy="0"/>
        </a:xfrm>
      </p:grpSpPr>
      <p:sp>
        <p:nvSpPr>
          <p:cNvPr id="1147" name="Google Shape;1147;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48" name="Google Shape;1148;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49" name="Google Shape;1149;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50" name="Google Shape;1150;p45"/>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1" name="Google Shape;1151;p4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52" name="Google Shape;1152;p45"/>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53" name="Google Shape;1153;p45"/>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4" name="Google Shape;1154;p4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55" name="Google Shape;1155;p45"/>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56" name="Google Shape;1156;p45"/>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7" name="Google Shape;1157;p45"/>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8" name="Google Shape;1158;p45"/>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59" name="Google Shape;1159;p45"/>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0" name="Google Shape;1160;p45"/>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61" name="Google Shape;1161;p45"/>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62" name="Google Shape;1162;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69" name="Google Shape;1169;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70" name="Google Shape;1170;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71" name="Google Shape;1171;p46"/>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3" name="Google Shape;1173;p46"/>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74" name="Google Shape;1174;p46"/>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75" name="Google Shape;1175;p46"/>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76" name="Google Shape;1176;p46"/>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7" name="Google Shape;1177;p46"/>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8" name="Google Shape;1178;p46"/>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79" name="Google Shape;1179;p46"/>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80" name="Google Shape;1180;p46"/>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2" name="Google Shape;1182;p46"/>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84" name="Google Shape;1184;p46"/>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85" name="Google Shape;1185;p46"/>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86" name="Google Shape;1186;p46"/>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7" name="Google Shape;1187;p46"/>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88" name="Google Shape;1188;p46"/>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89" name="Google Shape;1189;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4" name="Shape 1194"/>
        <p:cNvGrpSpPr/>
        <p:nvPr/>
      </p:nvGrpSpPr>
      <p:grpSpPr>
        <a:xfrm>
          <a:off x="0" y="0"/>
          <a:ext cx="0" cy="0"/>
          <a:chOff x="0" y="0"/>
          <a:chExt cx="0" cy="0"/>
        </a:xfrm>
      </p:grpSpPr>
      <p:sp>
        <p:nvSpPr>
          <p:cNvPr id="1195" name="Google Shape;1195;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98" name="Google Shape;1198;p47"/>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201" name="Google Shape;1201;p47"/>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2" name="Google Shape;1202;p47"/>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203" name="Google Shape;1203;p47"/>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205" name="Google Shape;1205;p47"/>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207" name="Google Shape;1207;p47"/>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209" name="Google Shape;1209;p47"/>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0" name="Google Shape;1210;p47"/>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211" name="Google Shape;1211;p47"/>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213" name="Google Shape;1213;p47"/>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215" name="Google Shape;1215;p47"/>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217" name="Google Shape;1217;p47"/>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8" name="Google Shape;1218;p47"/>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219" name="Google Shape;1219;p47"/>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220" name="Google Shape;1220;p47"/>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1" name="Google Shape;1221;p47"/>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222" name="Google Shape;1222;p47"/>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225" name="Google Shape;1225;p47"/>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235" name="Google Shape;1235;p48"/>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236" name="Google Shape;1236;p48"/>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237" name="Google Shape;1237;p48"/>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8" name="Google Shape;1238;p48"/>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9" name="Google Shape;1239;p48"/>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40" name="Google Shape;1240;p48"/>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41" name="Google Shape;1241;p48"/>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2" name="Google Shape;1242;p48"/>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43" name="Google Shape;1243;p48"/>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4" name="Google Shape;1244;p48"/>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45" name="Google Shape;1245;p48"/>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6" name="Google Shape;1246;p48"/>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7" name="Google Shape;1247;p48"/>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48" name="Google Shape;1248;p48"/>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49" name="Google Shape;1249;p48"/>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51" name="Google Shape;1251;p48"/>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2" name="Google Shape;1252;p48"/>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53" name="Google Shape;1253;p48"/>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5" name="Google Shape;1255;p48"/>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56" name="Google Shape;1256;p48"/>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57" name="Google Shape;1257;p48"/>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8" name="Google Shape;1258;p48"/>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59" name="Google Shape;1259;p48"/>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0" name="Google Shape;1260;p48"/>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61" name="Google Shape;1261;p48"/>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2" name="Google Shape;1262;p48"/>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63" name="Google Shape;1263;p48"/>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64" name="Google Shape;1264;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71" name="Google Shape;1271;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72" name="Google Shape;1272;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73" name="Google Shape;1273;p49"/>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4" name="Google Shape;1274;p49"/>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5" name="Google Shape;1275;p49"/>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76" name="Google Shape;1276;p49"/>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77" name="Google Shape;1277;p49"/>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79" name="Google Shape;1279;p49"/>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80" name="Google Shape;1280;p49"/>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1" name="Google Shape;1281;p49"/>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2" name="Google Shape;1282;p49"/>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83" name="Google Shape;1283;p49"/>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84" name="Google Shape;1284;p49"/>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86" name="Google Shape;1286;p49"/>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87" name="Google Shape;1287;p49"/>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8" name="Google Shape;1288;p49"/>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9" name="Google Shape;1289;p49"/>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90" name="Google Shape;1290;p49"/>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91" name="Google Shape;1291;p49"/>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2" name="Google Shape;1292;p49"/>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93" name="Google Shape;1293;p49"/>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94" name="Google Shape;1294;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302" name="Google Shape;1302;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303" name="Google Shape;1303;p50"/>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4" name="Google Shape;1304;p50"/>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5" name="Google Shape;1305;p50"/>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306" name="Google Shape;1306;p50"/>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9" name="Google Shape;1309;p50"/>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310" name="Google Shape;1310;p50"/>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1" name="Google Shape;1311;p50"/>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12" name="Google Shape;1312;p50"/>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313" name="Google Shape;1313;p50"/>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"I keep being disappointed"</a:t>
            </a:r>
            <a:endParaRPr b="0" i="0" spc="0" sz="1100" u="none" cap="none" strike="noStrike">
              <a:solidFill>
                <a:schemeClr val="dk1"/>
              </a:solidFill>
              <a:latin typeface="Calibri"/>
              <a:ea typeface="Calibri"/>
              <a:cs typeface="Calibri"/>
              <a:sym typeface="Calibri"/>
            </a:endParaRPr>
          </a:p>
        </p:txBody>
      </p:sp>
      <p:sp>
        <p:nvSpPr>
          <p:cNvPr id="1314" name="Google Shape;1314;p50"/>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315" name="Google Shape;1315;p50"/>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6" name="Google Shape;1316;p50"/>
          <p:cNvSpPr txBox="1"/>
          <p:nvPr/>
        </p:nvSpPr>
        <p:spPr>
          <a:xfrm>
            <a:off x="5989320" y="23042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“Given your experience we'll waive all fees… I'd love to set you up with someone great.”</a:t>
            </a:r>
            <a:endParaRPr b="0" i="0" spc="0" sz="850" u="none" cap="none" strike="noStrike">
              <a:solidFill>
                <a:schemeClr val="dk1"/>
              </a:solidFill>
              <a:latin typeface="Calibri"/>
              <a:ea typeface="Calibri"/>
              <a:cs typeface="Calibri"/>
              <a:sym typeface="Calibri"/>
            </a:endParaRPr>
          </a:p>
        </p:txBody>
      </p:sp>
      <p:sp>
        <p:nvSpPr>
          <p:cNvPr id="1317" name="Google Shape;1317;p50"/>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8" name="Google Shape;1318;p50"/>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19" name="Google Shape;1319;p50"/>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320" name="Google Shape;1320;p50"/>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321" name="Google Shape;1321;p50"/>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322" name="Google Shape;1322;p50"/>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0"/>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324" name="Google Shape;1324;p5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25" name="Google Shape;1325;p50"/>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326" name="Google Shape;1326;p5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327" name="Google Shape;1327;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2" name="Shape 1332"/>
        <p:cNvGrpSpPr/>
        <p:nvPr/>
      </p:nvGrpSpPr>
      <p:grpSpPr>
        <a:xfrm>
          <a:off x="0" y="0"/>
          <a:ext cx="0" cy="0"/>
          <a:chOff x="0" y="0"/>
          <a:chExt cx="0" cy="0"/>
        </a:xfrm>
      </p:grpSpPr>
      <p:sp>
        <p:nvSpPr>
          <p:cNvPr id="1333" name="Google Shape;1333;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34" name="Google Shape;1334;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335" name="Google Shape;1335;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38" name="Google Shape;1338;p51"/>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39" name="Google Shape;1339;p51"/>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40" name="Google Shape;1340;p51"/>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1" name="Google Shape;1341;p51"/>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42" name="Google Shape;1342;p51"/>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43" name="Google Shape;1343;p51"/>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4" name="Google Shape;1344;p51"/>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45" name="Google Shape;1345;p51"/>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46" name="Google Shape;1346;p51"/>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7" name="Google Shape;1347;p51"/>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48" name="Google Shape;1348;p51"/>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49" name="Google Shape;134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4" name="Shape 1354"/>
        <p:cNvGrpSpPr/>
        <p:nvPr/>
      </p:nvGrpSpPr>
      <p:grpSpPr>
        <a:xfrm>
          <a:off x="0" y="0"/>
          <a:ext cx="0" cy="0"/>
          <a:chOff x="0" y="0"/>
          <a:chExt cx="0" cy="0"/>
        </a:xfrm>
      </p:grpSpPr>
      <p:sp>
        <p:nvSpPr>
          <p:cNvPr id="1355" name="Google Shape;135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56" name="Google Shape;135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Probe, even when you know why</a:t>
            </a:r>
            <a:endParaRPr b="0" i="0" spc="0" sz="2400" u="none" cap="none" strike="noStrike">
              <a:solidFill>
                <a:schemeClr val="dk1"/>
              </a:solidFill>
              <a:latin typeface="Calibri"/>
              <a:ea typeface="Calibri"/>
              <a:cs typeface="Calibri"/>
              <a:sym typeface="Calibri"/>
            </a:endParaRPr>
          </a:p>
        </p:txBody>
      </p:sp>
      <p:sp>
        <p:nvSpPr>
          <p:cNvPr id="1357" name="Google Shape;135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Let the customer say it to you directly.</a:t>
            </a:r>
            <a:endParaRPr b="0" i="0" spc="0" sz="1200" u="none" cap="none" strike="noStrike">
              <a:solidFill>
                <a:schemeClr val="dk1"/>
              </a:solidFill>
              <a:latin typeface="Calibri"/>
              <a:ea typeface="Calibri"/>
              <a:cs typeface="Calibri"/>
              <a:sym typeface="Calibri"/>
            </a:endParaRPr>
          </a:p>
        </p:txBody>
      </p:sp>
      <p:sp>
        <p:nvSpPr>
          <p:cNvPr id="1358" name="Google Shape;1358;p52"/>
          <p:cNvSpPr/>
          <p:nvPr/>
        </p:nvSpPr>
        <p:spPr>
          <a:xfrm>
            <a:off x="41148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9" name="Google Shape;1359;p52"/>
          <p:cNvSpPr/>
          <p:nvPr/>
        </p:nvSpPr>
        <p:spPr>
          <a:xfrm>
            <a:off x="41148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0" name="Google Shape;1360;p52"/>
          <p:cNvSpPr txBox="1"/>
          <p:nvPr/>
        </p:nvSpPr>
        <p:spPr>
          <a:xfrm>
            <a:off x="59436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WEAK: ASSUMPTION-BASED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sorry to hear you want to cancel, do you mind sharing why?”</a:t>
            </a:r>
            <a:endParaRPr b="0" i="0" spc="0" sz="1000" u="none" cap="none" strike="noStrike">
              <a:solidFill>
                <a:schemeClr val="dk1"/>
              </a:solidFill>
              <a:latin typeface="Calibri"/>
              <a:ea typeface="Calibri"/>
              <a:cs typeface="Calibri"/>
              <a:sym typeface="Calibri"/>
            </a:endParaRPr>
          </a:p>
        </p:txBody>
      </p:sp>
      <p:sp>
        <p:nvSpPr>
          <p:cNvPr id="1361" name="Google Shape;1361;p52"/>
          <p:cNvSpPr/>
          <p:nvPr/>
        </p:nvSpPr>
        <p:spPr>
          <a:xfrm>
            <a:off x="466344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2" name="Google Shape;1362;p52"/>
          <p:cNvSpPr/>
          <p:nvPr/>
        </p:nvSpPr>
        <p:spPr>
          <a:xfrm>
            <a:off x="466344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3" name="Google Shape;1363;p52"/>
          <p:cNvSpPr txBox="1"/>
          <p:nvPr/>
        </p:nvSpPr>
        <p:spPr>
          <a:xfrm>
            <a:off x="484632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STRONG: CUSTOMER-LED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“Your cleaner mentioned you want to cancel the service, but I'd like to hear directly from you. Would you mind sharing what led you to consider canceling?”</a:t>
            </a:r>
            <a:endParaRPr b="0" i="0" spc="0" sz="10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2606040"/>
            <a:ext cx="914400" cy="274320"/>
          </a:xfrm>
          <a:prstGeom prst="roundRect">
            <a:avLst>
              <a:gd fmla="val 26667"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Weak</a:t>
            </a:r>
            <a:endParaRPr b="0" i="0" spc="0" sz="900" u="none" cap="none" strike="noStrike">
              <a:solidFill>
                <a:schemeClr val="dk1"/>
              </a:solidFill>
              <a:latin typeface="Calibri"/>
              <a:ea typeface="Calibri"/>
              <a:cs typeface="Calibri"/>
              <a:sym typeface="Calibri"/>
            </a:endParaRPr>
          </a:p>
        </p:txBody>
      </p:sp>
      <p:sp>
        <p:nvSpPr>
          <p:cNvPr id="1365" name="Google Shape;1365;p52"/>
          <p:cNvSpPr/>
          <p:nvPr/>
        </p:nvSpPr>
        <p:spPr>
          <a:xfrm>
            <a:off x="4663440" y="2606040"/>
            <a:ext cx="914400" cy="274320"/>
          </a:xfrm>
          <a:prstGeom prst="roundRect">
            <a:avLst>
              <a:gd fmla="val 26667" name="adj"/>
            </a:avLst>
          </a:prstGeom>
          <a:solidFill>
            <a:srgbClr val="E3F4F1"/>
          </a:solidFill>
          <a:ln cap="flat" cmpd="sng" w="9525">
            <a:solidFill>
              <a:srgbClr val="E3F4F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  Strong</a:t>
            </a:r>
            <a:endParaRPr b="0" i="0" spc="0" sz="900" u="none" cap="none" strike="noStrike">
              <a:solidFill>
                <a:schemeClr val="dk1"/>
              </a:solidFill>
              <a:latin typeface="Calibri"/>
              <a:ea typeface="Calibri"/>
              <a:cs typeface="Calibri"/>
              <a:sym typeface="Calibri"/>
            </a:endParaRPr>
          </a:p>
        </p:txBody>
      </p:sp>
      <p:sp>
        <p:nvSpPr>
          <p:cNvPr id="1366" name="Google Shape;1366;p52"/>
          <p:cNvSpPr/>
          <p:nvPr/>
        </p:nvSpPr>
        <p:spPr>
          <a:xfrm>
            <a:off x="411480" y="3108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7" name="Google Shape;1367;p52"/>
          <p:cNvPicPr preferRelativeResize="0"/>
          <p:nvPr/>
        </p:nvPicPr>
        <p:blipFill rotWithShape="1">
          <a:blip r:embed="rId3">
            <a:alphaModFix/>
          </a:blip>
          <a:srcRect b="0" l="0" r="0" t="0"/>
          <a:stretch/>
        </p:blipFill>
        <p:spPr>
          <a:xfrm>
            <a:off x="566928" y="3218688"/>
            <a:ext cx="164592" cy="164592"/>
          </a:xfrm>
          <a:prstGeom prst="rect">
            <a:avLst/>
          </a:prstGeom>
          <a:noFill/>
          <a:ln>
            <a:noFill/>
          </a:ln>
        </p:spPr>
      </p:pic>
      <p:sp>
        <p:nvSpPr>
          <p:cNvPr id="1368" name="Google Shape;1368;p52"/>
          <p:cNvSpPr txBox="1"/>
          <p:nvPr/>
        </p:nvSpPr>
        <p:spPr>
          <a:xfrm>
            <a:off x="822960" y="3209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customers who explain their own situation are more likely to stay.</a:t>
            </a:r>
            <a:endParaRPr b="0" i="0" spc="0" sz="1000" u="none" cap="none" strike="noStrike">
              <a:solidFill>
                <a:schemeClr val="dk1"/>
              </a:solidFill>
              <a:latin typeface="Calibri"/>
              <a:ea typeface="Calibri"/>
              <a:cs typeface="Calibri"/>
              <a:sym typeface="Calibri"/>
            </a:endParaRPr>
          </a:p>
        </p:txBody>
      </p:sp>
      <p:sp>
        <p:nvSpPr>
          <p:cNvPr id="1369" name="Google Shape;1369;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4" name="Shape 1374"/>
        <p:cNvGrpSpPr/>
        <p:nvPr/>
      </p:nvGrpSpPr>
      <p:grpSpPr>
        <a:xfrm>
          <a:off x="0" y="0"/>
          <a:ext cx="0" cy="0"/>
          <a:chOff x="0" y="0"/>
          <a:chExt cx="0" cy="0"/>
        </a:xfrm>
      </p:grpSpPr>
      <p:sp>
        <p:nvSpPr>
          <p:cNvPr id="1375" name="Google Shape;1375;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76" name="Google Shape;1376;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77" name="Google Shape;1377;p5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79" name="Google Shape;1379;p53"/>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3"/>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82" name="Google Shape;1382;p53"/>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83" name="Google Shape;1383;p53"/>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4" name="Google Shape;1384;p53"/>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85" name="Google Shape;1385;p53"/>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7" name="Google Shape;1387;p53"/>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8" name="Google Shape;1388;p53"/>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89" name="Google Shape;1389;p53"/>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0" name="Google Shape;1390;p53"/>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91" name="Google Shape;1391;p53"/>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3" name="Google Shape;1393;p53"/>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REFRAME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94" name="Google Shape;1394;p53"/>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5" name="Google Shape;1395;p53"/>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96" name="Google Shape;1396;p53"/>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97" name="Google Shape;1397;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2" name="Shape 1402"/>
        <p:cNvGrpSpPr/>
        <p:nvPr/>
      </p:nvGrpSpPr>
      <p:grpSpPr>
        <a:xfrm>
          <a:off x="0" y="0"/>
          <a:ext cx="0" cy="0"/>
          <a:chOff x="0" y="0"/>
          <a:chExt cx="0" cy="0"/>
        </a:xfrm>
      </p:grpSpPr>
      <p:sp>
        <p:nvSpPr>
          <p:cNvPr id="1403" name="Google Shape;1403;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404" name="Google Shape;1404;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405" name="Google Shape;1405;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406" name="Google Shape;1406;p54"/>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7" name="Google Shape;1407;p54"/>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08" name="Google Shape;1408;p54"/>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409" name="Google Shape;1409;p54"/>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410" name="Google Shape;1410;p54"/>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1" name="Google Shape;1411;p54"/>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2" name="Google Shape;1412;p54"/>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413" name="Google Shape;1413;p54"/>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414" name="Google Shape;1414;p54"/>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6" name="Google Shape;1416;p54"/>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417" name="Google Shape;1417;p54"/>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418" name="Google Shape;1418;p54"/>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9" name="Google Shape;1419;p54"/>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20" name="Google Shape;1420;p54"/>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421" name="Google Shape;1421;p54"/>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422" name="Google Shape;1422;p5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23" name="Google Shape;1423;p54"/>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424" name="Google Shape;1424;p5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425" name="Google Shape;1425;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0" name="Shape 1430"/>
        <p:cNvGrpSpPr/>
        <p:nvPr/>
      </p:nvGrpSpPr>
      <p:grpSpPr>
        <a:xfrm>
          <a:off x="0" y="0"/>
          <a:ext cx="0" cy="0"/>
          <a:chOff x="0" y="0"/>
          <a:chExt cx="0" cy="0"/>
        </a:xfrm>
      </p:grpSpPr>
      <p:sp>
        <p:nvSpPr>
          <p:cNvPr id="1431" name="Google Shape;1431;p5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432" name="Google Shape;1432;p5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433" name="Google Shape;1433;p5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4" name="Google Shape;1434;p5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5" name="Google Shape;1435;p5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36" name="Google Shape;1436;p5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437" name="Google Shape;1437;p5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8" name="Google Shape;1438;p5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439" name="Google Shape;1439;p5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0" name="Google Shape;1440;p5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42" name="Google Shape;1442;p5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443" name="Google Shape;1443;p5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4" name="Google Shape;1444;p5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445" name="Google Shape;1445;p5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6" name="Google Shape;1446;p5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7" name="Google Shape;1447;p5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48" name="Google Shape;1448;p5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449" name="Google Shape;1449;p5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0" name="Google Shape;1450;p5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451" name="Google Shape;1451;p5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2" name="Google Shape;1452;p5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3" name="Google Shape;1453;p5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454" name="Google Shape;1454;p5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455" name="Google Shape;1455;p5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6" name="Google Shape;1456;p5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457" name="Google Shape;1457;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8"/>
                                        </p:tgtEl>
                                        <p:attrNameLst>
                                          <p:attrName>style.visibility</p:attrName>
                                        </p:attrNameLst>
                                      </p:cBhvr>
                                      <p:to>
                                        <p:strVal val="visible"/>
                                      </p:to>
                                    </p:set>
                                    <p:animEffect filter="fade" transition="in">
                                      <p:cBhvr>
                                        <p:cTn dur="600"/>
                                        <p:tgtEl>
                                          <p:spTgt spid="14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4"/>
                                        </p:tgtEl>
                                        <p:attrNameLst>
                                          <p:attrName>style.visibility</p:attrName>
                                        </p:attrNameLst>
                                      </p:cBhvr>
                                      <p:to>
                                        <p:strVal val="visible"/>
                                      </p:to>
                                    </p:set>
                                    <p:animEffect filter="fade" transition="in">
                                      <p:cBhvr>
                                        <p:cTn dur="600"/>
                                        <p:tgtEl>
                                          <p:spTgt spid="14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0"/>
                                        </p:tgtEl>
                                        <p:attrNameLst>
                                          <p:attrName>style.visibility</p:attrName>
                                        </p:attrNameLst>
                                      </p:cBhvr>
                                      <p:to>
                                        <p:strVal val="visible"/>
                                      </p:to>
                                    </p:set>
                                    <p:animEffect filter="fade" transition="in">
                                      <p:cBhvr>
                                        <p:cTn dur="600"/>
                                        <p:tgtEl>
                                          <p:spTgt spid="14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6"/>
                                        </p:tgtEl>
                                        <p:attrNameLst>
                                          <p:attrName>style.visibility</p:attrName>
                                        </p:attrNameLst>
                                      </p:cBhvr>
                                      <p:to>
                                        <p:strVal val="visible"/>
                                      </p:to>
                                    </p:set>
                                    <p:animEffect filter="fade" transition="in">
                                      <p:cBhvr>
                                        <p:cTn dur="600"/>
                                        <p:tgtEl>
                                          <p:spTgt spid="14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2" name="Shape 1462"/>
        <p:cNvGrpSpPr/>
        <p:nvPr/>
      </p:nvGrpSpPr>
      <p:grpSpPr>
        <a:xfrm>
          <a:off x="0" y="0"/>
          <a:ext cx="0" cy="0"/>
          <a:chOff x="0" y="0"/>
          <a:chExt cx="0" cy="0"/>
        </a:xfrm>
      </p:grpSpPr>
      <p:sp>
        <p:nvSpPr>
          <p:cNvPr id="1463" name="Google Shape;1463;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64" name="Google Shape;1464;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65" name="Google Shape;1465;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66" name="Google Shape;1466;p5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7" name="Google Shape;1467;p5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68" name="Google Shape;1468;p5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69" name="Google Shape;1469;p5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71" name="Google Shape;1471;p5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72" name="Google Shape;1472;p5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4" name="Google Shape;1474;p5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75" name="Google Shape;1475;p5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76" name="Google Shape;1476;p5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77" name="Google Shape;1477;p5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8" name="Google Shape;1478;p5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9" name="Google Shape;1479;p5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80" name="Google Shape;1480;p5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81" name="Google Shape;1481;p5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82" name="Google Shape;1482;p5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3" name="Google Shape;1483;p5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4" name="Google Shape;1484;p5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85" name="Google Shape;1485;p5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89" name="Google Shape;1489;p5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90" name="Google Shape;1490;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5" name="Shape 1495"/>
        <p:cNvGrpSpPr/>
        <p:nvPr/>
      </p:nvGrpSpPr>
      <p:grpSpPr>
        <a:xfrm>
          <a:off x="0" y="0"/>
          <a:ext cx="0" cy="0"/>
          <a:chOff x="0" y="0"/>
          <a:chExt cx="0" cy="0"/>
        </a:xfrm>
      </p:grpSpPr>
      <p:sp>
        <p:nvSpPr>
          <p:cNvPr id="1496" name="Google Shape;1496;p5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97" name="Google Shape;1497;p5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98" name="Google Shape;1498;p5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500" name="Google Shape;1500;p5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1" name="Google Shape;1501;p5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502" name="Google Shape;1502;p5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503" name="Google Shape;1503;p5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4" name="Google Shape;1504;p5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505" name="Google Shape;1505;p5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506" name="Google Shape;1506;p5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7" name="Google Shape;1507;p5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508" name="Google Shape;1508;p5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509" name="Google Shape;1509;p5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0" name="Google Shape;1510;p5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511" name="Google Shape;1511;p5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512" name="Google Shape;1512;p5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3" name="Google Shape;1513;p5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514" name="Google Shape;1514;p5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515" name="Google Shape;1515;p5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8" name="Google Shape;1518;p5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9" name="Google Shape;1519;p5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0" name="Google Shape;1520;p5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1" name="Google Shape;1521;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6" name="Shape 1526"/>
        <p:cNvGrpSpPr/>
        <p:nvPr/>
      </p:nvGrpSpPr>
      <p:grpSpPr>
        <a:xfrm>
          <a:off x="0" y="0"/>
          <a:ext cx="0" cy="0"/>
          <a:chOff x="0" y="0"/>
          <a:chExt cx="0" cy="0"/>
        </a:xfrm>
      </p:grpSpPr>
      <p:sp>
        <p:nvSpPr>
          <p:cNvPr id="1527" name="Google Shape;1527;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28" name="Google Shape;1528;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529" name="Google Shape;1529;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530" name="Google Shape;1530;p58"/>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1" name="Google Shape;1531;p58"/>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532" name="Google Shape;1532;p58"/>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33" name="Google Shape;1533;p58"/>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534" name="Google Shape;1534;p58"/>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5" name="Google Shape;1535;p58"/>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536" name="Google Shape;1536;p58"/>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37" name="Google Shape;1537;p58"/>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538" name="Google Shape;1538;p58"/>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540" name="Google Shape;1540;p58"/>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41" name="Google Shape;1541;p58"/>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542" name="Google Shape;1542;p58"/>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3" name="Google Shape;1543;p58"/>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544" name="Google Shape;1544;p58"/>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545" name="Google Shape;1545;p58"/>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6" name="Google Shape;1546;p58"/>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547" name="Google Shape;1547;p58"/>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548" name="Google Shape;1548;p58"/>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550" name="Google Shape;1550;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5" name="Shape 1555"/>
        <p:cNvGrpSpPr/>
        <p:nvPr/>
      </p:nvGrpSpPr>
      <p:grpSpPr>
        <a:xfrm>
          <a:off x="0" y="0"/>
          <a:ext cx="0" cy="0"/>
          <a:chOff x="0" y="0"/>
          <a:chExt cx="0" cy="0"/>
        </a:xfrm>
      </p:grpSpPr>
      <p:sp>
        <p:nvSpPr>
          <p:cNvPr id="1556" name="Google Shape;1556;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57" name="Google Shape;1557;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58" name="Google Shape;1558;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59" name="Google Shape;1559;p59"/>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0" name="Google Shape;1560;p59"/>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9"/>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62" name="Google Shape;1562;p59"/>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63" name="Google Shape;1563;p59"/>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64" name="Google Shape;1564;p59"/>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65" name="Google Shape;1565;p59"/>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Remind them once about the membership.</a:t>
            </a:r>
            <a:endParaRPr b="0" i="0" spc="0" sz="1000" u="none" cap="none" strike="noStrike">
              <a:solidFill>
                <a:schemeClr val="dk1"/>
              </a:solidFill>
              <a:latin typeface="Calibri"/>
              <a:ea typeface="Calibri"/>
              <a:cs typeface="Calibri"/>
              <a:sym typeface="Calibri"/>
            </a:endParaRPr>
          </a:p>
        </p:txBody>
      </p:sp>
      <p:sp>
        <p:nvSpPr>
          <p:cNvPr id="1566" name="Google Shape;1566;p59"/>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7" name="Google Shape;1567;p59"/>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8" name="Google Shape;1568;p59"/>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69" name="Google Shape;1569;p59"/>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70" name="Google Shape;1570;p59"/>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71" name="Google Shape;1571;p59"/>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72" name="Google Shape;1572;p59"/>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73" name="Google Shape;1573;p59"/>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4" name="Google Shape;1574;p59"/>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5" name="Google Shape;1575;p59"/>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76" name="Google Shape;1576;p59"/>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77" name="Google Shape;1577;p59"/>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78" name="Google Shape;1578;p59"/>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79" name="Google Shape;1579;p59"/>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80" name="Google Shape;1580;p59"/>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1" name="Google Shape;1581;p59"/>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2" name="Google Shape;1582;p59"/>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83" name="Google Shape;1583;p59"/>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84" name="Google Shape;1584;p59"/>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85" name="Google Shape;1585;p59"/>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86" name="Google Shape;1586;p59"/>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87" name="Google Shape;1587;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2" name="Shape 1592"/>
        <p:cNvGrpSpPr/>
        <p:nvPr/>
      </p:nvGrpSpPr>
      <p:grpSpPr>
        <a:xfrm>
          <a:off x="0" y="0"/>
          <a:ext cx="0" cy="0"/>
          <a:chOff x="0" y="0"/>
          <a:chExt cx="0" cy="0"/>
        </a:xfrm>
      </p:grpSpPr>
      <p:sp>
        <p:nvSpPr>
          <p:cNvPr id="1593" name="Google Shape;1593;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94" name="Google Shape;1594;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95" name="Google Shape;1595;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96" name="Google Shape;1596;p60"/>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7" name="Google Shape;1597;p6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98" name="Google Shape;1598;p6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99" name="Google Shape;1599;p6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600" name="Google Shape;1600;p60"/>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601" name="Google Shape;1601;p60"/>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2" name="Google Shape;1602;p6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03" name="Google Shape;1603;p6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04" name="Google Shape;1604;p6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Remind them once</a:t>
            </a:r>
            <a:endParaRPr b="0" i="0" spc="0" sz="1200" u="none" cap="none" strike="noStrike">
              <a:solidFill>
                <a:schemeClr val="dk1"/>
              </a:solidFill>
              <a:latin typeface="Calibri"/>
              <a:ea typeface="Calibri"/>
              <a:cs typeface="Calibri"/>
              <a:sym typeface="Calibri"/>
            </a:endParaRPr>
          </a:p>
        </p:txBody>
      </p:sp>
      <p:sp>
        <p:nvSpPr>
          <p:cNvPr id="1605" name="Google Shape;1605;p60"/>
          <p:cNvSpPr txBox="1"/>
          <p:nvPr/>
        </p:nvSpPr>
        <p:spPr>
          <a:xfrm>
            <a:off x="33954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606" name="Google Shape;1606;p60"/>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7" name="Google Shape;1607;p6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08" name="Google Shape;1608;p6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09" name="Google Shape;1609;p6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610" name="Google Shape;1610;p60"/>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611" name="Google Shape;1611;p60"/>
          <p:cNvSpPr/>
          <p:nvPr/>
        </p:nvSpPr>
        <p:spPr>
          <a:xfrm>
            <a:off x="411480" y="2743200"/>
            <a:ext cx="8321040" cy="594360"/>
          </a:xfrm>
          <a:prstGeom prst="roundRect">
            <a:avLst>
              <a:gd fmla="val 12308"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816352"/>
            <a:ext cx="45720" cy="44805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594360" y="2743200"/>
            <a:ext cx="80010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THIS IS ENOUGH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“Just a quick reminder, your voucher comes with a membership which will start once it's used.”</a:t>
            </a:r>
            <a:endParaRPr b="0" i="0" spc="0" sz="1000" u="none" cap="none" strike="noStrike">
              <a:solidFill>
                <a:schemeClr val="dk1"/>
              </a:solidFill>
              <a:latin typeface="Calibri"/>
              <a:ea typeface="Calibri"/>
              <a:cs typeface="Calibri"/>
              <a:sym typeface="Calibri"/>
            </a:endParaRPr>
          </a:p>
        </p:txBody>
      </p:sp>
      <p:sp>
        <p:nvSpPr>
          <p:cNvPr id="1614" name="Google Shape;1614;p60"/>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15" name="Google Shape;1615;p60"/>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1616" name="Google Shape;1616;p60"/>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617" name="Google Shape;1617;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2" name="Shape 1622"/>
        <p:cNvGrpSpPr/>
        <p:nvPr/>
      </p:nvGrpSpPr>
      <p:grpSpPr>
        <a:xfrm>
          <a:off x="0" y="0"/>
          <a:ext cx="0" cy="0"/>
          <a:chOff x="0" y="0"/>
          <a:chExt cx="0" cy="0"/>
        </a:xfrm>
      </p:grpSpPr>
      <p:sp>
        <p:nvSpPr>
          <p:cNvPr id="1623" name="Google Shape;1623;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24" name="Google Shape;1624;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625" name="Google Shape;1625;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what you're solving before you offer anything.</a:t>
            </a:r>
            <a:endParaRPr b="0" i="0" spc="0" sz="1200" u="none" cap="none" strike="noStrike">
              <a:solidFill>
                <a:schemeClr val="dk1"/>
              </a:solidFill>
              <a:latin typeface="Calibri"/>
              <a:ea typeface="Calibri"/>
              <a:cs typeface="Calibri"/>
              <a:sym typeface="Calibri"/>
            </a:endParaRPr>
          </a:p>
        </p:txBody>
      </p:sp>
      <p:sp>
        <p:nvSpPr>
          <p:cNvPr id="1626" name="Google Shape;1626;p61"/>
          <p:cNvSpPr/>
          <p:nvPr/>
        </p:nvSpPr>
        <p:spPr>
          <a:xfrm>
            <a:off x="411480" y="129844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7" name="Google Shape;1627;p61"/>
          <p:cNvSpPr/>
          <p:nvPr/>
        </p:nvSpPr>
        <p:spPr>
          <a:xfrm>
            <a:off x="484632" y="1335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8" name="Google Shape;1628;p61"/>
          <p:cNvSpPr txBox="1"/>
          <p:nvPr/>
        </p:nvSpPr>
        <p:spPr>
          <a:xfrm>
            <a:off x="484632" y="1335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29" name="Google Shape;1629;p61"/>
          <p:cNvSpPr txBox="1"/>
          <p:nvPr/>
        </p:nvSpPr>
        <p:spPr>
          <a:xfrm>
            <a:off x="868680" y="129844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Reason given? If not, probe</a:t>
            </a:r>
            <a:endParaRPr b="0" i="0" spc="0" sz="950" u="none" cap="none" strike="noStrike">
              <a:solidFill>
                <a:schemeClr val="dk1"/>
              </a:solidFill>
              <a:latin typeface="Calibri"/>
              <a:ea typeface="Calibri"/>
              <a:cs typeface="Calibri"/>
              <a:sym typeface="Calibri"/>
            </a:endParaRPr>
          </a:p>
        </p:txBody>
      </p:sp>
      <p:sp>
        <p:nvSpPr>
          <p:cNvPr id="1630" name="Google Shape;1630;p61"/>
          <p:cNvSpPr/>
          <p:nvPr/>
        </p:nvSpPr>
        <p:spPr>
          <a:xfrm>
            <a:off x="411480" y="170078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1" name="Google Shape;1631;p61"/>
          <p:cNvSpPr/>
          <p:nvPr/>
        </p:nvSpPr>
        <p:spPr>
          <a:xfrm>
            <a:off x="484632" y="17373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2" name="Google Shape;1632;p61"/>
          <p:cNvSpPr txBox="1"/>
          <p:nvPr/>
        </p:nvSpPr>
        <p:spPr>
          <a:xfrm>
            <a:off x="484632" y="17373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33" name="Google Shape;1633;p61"/>
          <p:cNvSpPr txBox="1"/>
          <p:nvPr/>
        </p:nvSpPr>
        <p:spPr>
          <a:xfrm>
            <a:off x="868680" y="170078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Acknowledge</a:t>
            </a:r>
            <a:endParaRPr b="0" i="0" spc="0" sz="950" u="none" cap="none" strike="noStrike">
              <a:solidFill>
                <a:schemeClr val="dk1"/>
              </a:solidFill>
              <a:latin typeface="Calibri"/>
              <a:ea typeface="Calibri"/>
              <a:cs typeface="Calibri"/>
              <a:sym typeface="Calibri"/>
            </a:endParaRPr>
          </a:p>
        </p:txBody>
      </p:sp>
      <p:sp>
        <p:nvSpPr>
          <p:cNvPr id="1634" name="Google Shape;1634;p61"/>
          <p:cNvSpPr/>
          <p:nvPr/>
        </p:nvSpPr>
        <p:spPr>
          <a:xfrm>
            <a:off x="411480" y="2103120"/>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5" name="Google Shape;1635;p61"/>
          <p:cNvSpPr/>
          <p:nvPr/>
        </p:nvSpPr>
        <p:spPr>
          <a:xfrm>
            <a:off x="484632" y="21396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6" name="Google Shape;1636;p61"/>
          <p:cNvSpPr txBox="1"/>
          <p:nvPr/>
        </p:nvSpPr>
        <p:spPr>
          <a:xfrm>
            <a:off x="484632" y="21396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37" name="Google Shape;1637;p61"/>
          <p:cNvSpPr txBox="1"/>
          <p:nvPr/>
        </p:nvSpPr>
        <p:spPr>
          <a:xfrm>
            <a:off x="868680" y="2103120"/>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Fix the actual issue</a:t>
            </a:r>
            <a:endParaRPr b="0" i="0" spc="0" sz="950" u="none" cap="none" strike="noStrike">
              <a:solidFill>
                <a:schemeClr val="dk1"/>
              </a:solidFill>
              <a:latin typeface="Calibri"/>
              <a:ea typeface="Calibri"/>
              <a:cs typeface="Calibri"/>
              <a:sym typeface="Calibri"/>
            </a:endParaRPr>
          </a:p>
        </p:txBody>
      </p:sp>
      <p:sp>
        <p:nvSpPr>
          <p:cNvPr id="1638" name="Google Shape;1638;p61"/>
          <p:cNvSpPr/>
          <p:nvPr/>
        </p:nvSpPr>
        <p:spPr>
          <a:xfrm>
            <a:off x="411480" y="2505456"/>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9" name="Google Shape;1639;p61"/>
          <p:cNvSpPr/>
          <p:nvPr/>
        </p:nvSpPr>
        <p:spPr>
          <a:xfrm>
            <a:off x="484632" y="25420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0" name="Google Shape;1640;p61"/>
          <p:cNvSpPr txBox="1"/>
          <p:nvPr/>
        </p:nvSpPr>
        <p:spPr>
          <a:xfrm>
            <a:off x="484632" y="254203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41" name="Google Shape;1641;p61"/>
          <p:cNvSpPr txBox="1"/>
          <p:nvPr/>
        </p:nvSpPr>
        <p:spPr>
          <a:xfrm>
            <a:off x="868680" y="2505456"/>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Present the right offer</a:t>
            </a:r>
            <a:endParaRPr b="0" i="0" spc="0" sz="950" u="none" cap="none" strike="noStrike">
              <a:solidFill>
                <a:schemeClr val="dk1"/>
              </a:solidFill>
              <a:latin typeface="Calibri"/>
              <a:ea typeface="Calibri"/>
              <a:cs typeface="Calibri"/>
              <a:sym typeface="Calibri"/>
            </a:endParaRPr>
          </a:p>
        </p:txBody>
      </p:sp>
      <p:sp>
        <p:nvSpPr>
          <p:cNvPr id="1642" name="Google Shape;1642;p61"/>
          <p:cNvSpPr/>
          <p:nvPr/>
        </p:nvSpPr>
        <p:spPr>
          <a:xfrm>
            <a:off x="411480" y="2907792"/>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3" name="Google Shape;1643;p61"/>
          <p:cNvSpPr/>
          <p:nvPr/>
        </p:nvSpPr>
        <p:spPr>
          <a:xfrm>
            <a:off x="484632" y="2944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4" name="Google Shape;1644;p61"/>
          <p:cNvSpPr txBox="1"/>
          <p:nvPr/>
        </p:nvSpPr>
        <p:spPr>
          <a:xfrm>
            <a:off x="484632" y="2944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1645" name="Google Shape;1645;p61"/>
          <p:cNvSpPr txBox="1"/>
          <p:nvPr/>
        </p:nvSpPr>
        <p:spPr>
          <a:xfrm>
            <a:off x="868680" y="2907792"/>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Valid for a year. Comes with a membership</a:t>
            </a:r>
            <a:endParaRPr b="0" i="0" spc="0" sz="950" u="none" cap="none" strike="noStrike">
              <a:solidFill>
                <a:schemeClr val="dk1"/>
              </a:solidFill>
              <a:latin typeface="Calibri"/>
              <a:ea typeface="Calibri"/>
              <a:cs typeface="Calibri"/>
              <a:sym typeface="Calibri"/>
            </a:endParaRPr>
          </a:p>
        </p:txBody>
      </p:sp>
      <p:sp>
        <p:nvSpPr>
          <p:cNvPr id="1646" name="Google Shape;1646;p61"/>
          <p:cNvSpPr/>
          <p:nvPr/>
        </p:nvSpPr>
        <p:spPr>
          <a:xfrm>
            <a:off x="411480" y="331012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7" name="Google Shape;1647;p61"/>
          <p:cNvSpPr/>
          <p:nvPr/>
        </p:nvSpPr>
        <p:spPr>
          <a:xfrm>
            <a:off x="484632" y="33467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8" name="Google Shape;1648;p61"/>
          <p:cNvSpPr txBox="1"/>
          <p:nvPr/>
        </p:nvSpPr>
        <p:spPr>
          <a:xfrm>
            <a:off x="484632" y="33467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1649" name="Google Shape;1649;p61"/>
          <p:cNvSpPr txBox="1"/>
          <p:nvPr/>
        </p:nvSpPr>
        <p:spPr>
          <a:xfrm>
            <a:off x="868680" y="331012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1" i="0" lang="en-US" spc="0" sz="950" u="none" cap="none" strike="noStrike">
                <a:solidFill>
                  <a:srgbClr val="1D1D1F"/>
                </a:solidFill>
                <a:latin typeface="Arial"/>
                <a:ea typeface="Arial"/>
                <a:cs typeface="Arial"/>
                <a:sym typeface="Arial"/>
              </a:rPr>
              <a:t>Refund intent? Send the self-refund link</a:t>
            </a:r>
            <a:endParaRPr b="0" i="0" spc="0" sz="950" u="none" cap="none" strike="noStrike">
              <a:solidFill>
                <a:schemeClr val="dk1"/>
              </a:solidFill>
              <a:latin typeface="Calibri"/>
              <a:ea typeface="Calibri"/>
              <a:cs typeface="Calibri"/>
              <a:sym typeface="Calibri"/>
            </a:endParaRPr>
          </a:p>
        </p:txBody>
      </p:sp>
      <p:sp>
        <p:nvSpPr>
          <p:cNvPr id="1650" name="Google Shape;1650;p61"/>
          <p:cNvSpPr/>
          <p:nvPr/>
        </p:nvSpPr>
        <p:spPr>
          <a:xfrm>
            <a:off x="411480" y="371246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1" name="Google Shape;1651;p61"/>
          <p:cNvSpPr/>
          <p:nvPr/>
        </p:nvSpPr>
        <p:spPr>
          <a:xfrm>
            <a:off x="484632" y="3749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2" name="Google Shape;1652;p61"/>
          <p:cNvSpPr txBox="1"/>
          <p:nvPr/>
        </p:nvSpPr>
        <p:spPr>
          <a:xfrm>
            <a:off x="484632" y="3749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1653" name="Google Shape;1653;p61"/>
          <p:cNvSpPr txBox="1"/>
          <p:nvPr/>
        </p:nvSpPr>
        <p:spPr>
          <a:xfrm>
            <a:off x="868680" y="371246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 appointments and RC if not wanted</a:t>
            </a:r>
            <a:endParaRPr b="0" i="0" spc="0" sz="950" u="none" cap="none" strike="noStrike">
              <a:solidFill>
                <a:schemeClr val="dk1"/>
              </a:solidFill>
              <a:latin typeface="Calibri"/>
              <a:ea typeface="Calibri"/>
              <a:cs typeface="Calibri"/>
              <a:sym typeface="Calibri"/>
            </a:endParaRPr>
          </a:p>
        </p:txBody>
      </p:sp>
      <p:sp>
        <p:nvSpPr>
          <p:cNvPr id="1654" name="Google Shape;1654;p61"/>
          <p:cNvSpPr/>
          <p:nvPr/>
        </p:nvSpPr>
        <p:spPr>
          <a:xfrm>
            <a:off x="4983480" y="1298448"/>
            <a:ext cx="374904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5" name="Google Shape;1655;p61"/>
          <p:cNvSpPr/>
          <p:nvPr/>
        </p:nvSpPr>
        <p:spPr>
          <a:xfrm>
            <a:off x="4983480" y="1298448"/>
            <a:ext cx="374904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Self-refund link</a:t>
            </a:r>
            <a:endParaRPr b="0" i="0" spc="0" sz="1050" u="none" cap="none" strike="noStrike">
              <a:solidFill>
                <a:schemeClr val="dk1"/>
              </a:solidFill>
              <a:latin typeface="Calibri"/>
              <a:ea typeface="Calibri"/>
              <a:cs typeface="Calibri"/>
              <a:sym typeface="Calibri"/>
            </a:endParaRPr>
          </a:p>
        </p:txBody>
      </p:sp>
      <p:sp>
        <p:nvSpPr>
          <p:cNvPr id="1656" name="Google Shape;1656;p61"/>
          <p:cNvSpPr txBox="1"/>
          <p:nvPr/>
        </p:nvSpPr>
        <p:spPr>
          <a:xfrm>
            <a:off x="5148072" y="1737360"/>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Only if they want a refund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Enter the voucher code before "Refund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Double-check the code in your message</a:t>
            </a:r>
            <a:endParaRPr b="0" i="0" spc="0" sz="950" u="none" cap="none" strike="noStrike">
              <a:solidFill>
                <a:schemeClr val="dk1"/>
              </a:solidFill>
              <a:latin typeface="Calibri"/>
              <a:ea typeface="Calibri"/>
              <a:cs typeface="Calibri"/>
              <a:sym typeface="Calibri"/>
            </a:endParaRPr>
          </a:p>
        </p:txBody>
      </p:sp>
      <p:sp>
        <p:nvSpPr>
          <p:cNvPr id="1657" name="Google Shape;1657;p61"/>
          <p:cNvSpPr/>
          <p:nvPr/>
        </p:nvSpPr>
        <p:spPr>
          <a:xfrm>
            <a:off x="4983480" y="2743200"/>
            <a:ext cx="374904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8" name="Google Shape;1658;p61"/>
          <p:cNvSpPr/>
          <p:nvPr/>
        </p:nvSpPr>
        <p:spPr>
          <a:xfrm>
            <a:off x="4983480" y="2743200"/>
            <a:ext cx="3749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insists on a refund?</a:t>
            </a:r>
            <a:endParaRPr b="0" i="0" spc="0" sz="1050" u="none" cap="none" strike="noStrike">
              <a:solidFill>
                <a:schemeClr val="dk1"/>
              </a:solidFill>
              <a:latin typeface="Calibri"/>
              <a:ea typeface="Calibri"/>
              <a:cs typeface="Calibri"/>
              <a:sym typeface="Calibri"/>
            </a:endParaRPr>
          </a:p>
        </p:txBody>
      </p:sp>
      <p:sp>
        <p:nvSpPr>
          <p:cNvPr id="1659" name="Google Shape;1659;p61"/>
          <p:cNvSpPr txBox="1"/>
          <p:nvPr/>
        </p:nvSpPr>
        <p:spPr>
          <a:xfrm>
            <a:off x="5148072" y="3182112"/>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CRM &gt; voucher &gt; refund DHJ/FC, then invalidate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in 5–10 business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Deactivate the FC table if there is one</a:t>
            </a:r>
            <a:endParaRPr b="0" i="0" spc="0" sz="950" u="none" cap="none" strike="noStrike">
              <a:solidFill>
                <a:schemeClr val="dk1"/>
              </a:solidFill>
              <a:latin typeface="Calibri"/>
              <a:ea typeface="Calibri"/>
              <a:cs typeface="Calibri"/>
              <a:sym typeface="Calibri"/>
            </a:endParaRPr>
          </a:p>
        </p:txBody>
      </p:sp>
      <p:sp>
        <p:nvSpPr>
          <p:cNvPr id="1660" name="Google Shape;1660;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5" name="Shape 1665"/>
        <p:cNvGrpSpPr/>
        <p:nvPr/>
      </p:nvGrpSpPr>
      <p:grpSpPr>
        <a:xfrm>
          <a:off x="0" y="0"/>
          <a:ext cx="0" cy="0"/>
          <a:chOff x="0" y="0"/>
          <a:chExt cx="0" cy="0"/>
        </a:xfrm>
      </p:grpSpPr>
      <p:sp>
        <p:nvSpPr>
          <p:cNvPr id="1666" name="Google Shape;166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67" name="Google Shape;166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668" name="Google Shape;166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669" name="Google Shape;1669;p62"/>
          <p:cNvGraphicFramePr/>
          <p:nvPr/>
        </p:nvGraphicFramePr>
        <p:xfrm>
          <a:off x="411480" y="1298448"/>
          <a:ext cx="3000000" cy="3000000"/>
        </p:xfrm>
        <a:graphic>
          <a:graphicData uri="http://schemas.openxmlformats.org/drawingml/2006/table">
            <a:tbl>
              <a:tblPr>
                <a:noFill/>
                <a:tableStyleId>{44C7AB39-75F1-484D-9647-466482E4A2EA}</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70" name="Google Shape;1670;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5" name="Shape 1675"/>
        <p:cNvGrpSpPr/>
        <p:nvPr/>
      </p:nvGrpSpPr>
      <p:grpSpPr>
        <a:xfrm>
          <a:off x="0" y="0"/>
          <a:ext cx="0" cy="0"/>
          <a:chOff x="0" y="0"/>
          <a:chExt cx="0" cy="0"/>
        </a:xfrm>
      </p:grpSpPr>
      <p:sp>
        <p:nvSpPr>
          <p:cNvPr id="1676" name="Google Shape;1676;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77" name="Google Shape;1677;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78" name="Google Shape;1678;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79" name="Google Shape;1679;p63"/>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80" name="Google Shape;1680;p63"/>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81" name="Google Shape;1681;p63"/>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82" name="Google Shape;1682;p63"/>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3" name="Google Shape;1683;p63"/>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4" name="Google Shape;1684;p63"/>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85" name="Google Shape;1685;p63"/>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86" name="Google Shape;1686;p63"/>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7" name="Google Shape;1687;p63"/>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8" name="Google Shape;1688;p63"/>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90" name="Google Shape;1690;p63"/>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2" name="Google Shape;1692;p63"/>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93" name="Google Shape;1693;p63"/>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94" name="Google Shape;1694;p63"/>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5" name="Google Shape;1695;p63"/>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97" name="Google Shape;1697;p63"/>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98" name="Google Shape;1698;p63"/>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9" name="Google Shape;1699;p63"/>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700" name="Google Shape;1700;p63"/>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701" name="Google Shape;1701;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6" name="Shape 1706"/>
        <p:cNvGrpSpPr/>
        <p:nvPr/>
      </p:nvGrpSpPr>
      <p:grpSpPr>
        <a:xfrm>
          <a:off x="0" y="0"/>
          <a:ext cx="0" cy="0"/>
          <a:chOff x="0" y="0"/>
          <a:chExt cx="0" cy="0"/>
        </a:xfrm>
      </p:grpSpPr>
      <p:sp>
        <p:nvSpPr>
          <p:cNvPr id="1707" name="Google Shape;1707;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708" name="Google Shape;1708;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709" name="Google Shape;1709;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710" name="Google Shape;1710;p64"/>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1" name="Google Shape;1711;p6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12" name="Google Shape;1712;p6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713" name="Google Shape;1713;p6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714" name="Google Shape;1714;p64"/>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715" name="Google Shape;1715;p64"/>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6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17" name="Google Shape;1717;p6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718" name="Google Shape;1718;p6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719" name="Google Shape;1719;p64"/>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20" name="Google Shape;1720;p64"/>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1" name="Google Shape;1721;p6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2" name="Google Shape;1722;p6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23" name="Google Shape;1723;p6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24" name="Google Shape;1724;p64"/>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25" name="Google Shape;1725;p64"/>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6" name="Google Shape;1726;p64"/>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27" name="Google Shape;1727;p64"/>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28" name="Google Shape;1728;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3" name="Shape 1733"/>
        <p:cNvGrpSpPr/>
        <p:nvPr/>
      </p:nvGrpSpPr>
      <p:grpSpPr>
        <a:xfrm>
          <a:off x="0" y="0"/>
          <a:ext cx="0" cy="0"/>
          <a:chOff x="0" y="0"/>
          <a:chExt cx="0" cy="0"/>
        </a:xfrm>
      </p:grpSpPr>
      <p:sp>
        <p:nvSpPr>
          <p:cNvPr id="1734" name="Google Shape;1734;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35" name="Google Shape;1735;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36" name="Google Shape;1736;p6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7" name="Google Shape;1737;p6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8" name="Google Shape;1738;p6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39" name="Google Shape;1739;p6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40" name="Google Shape;1740;p6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42" name="Google Shape;1742;p6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3" name="Google Shape;1743;p6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4" name="Google Shape;1744;p6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45" name="Google Shape;1745;p6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46" name="Google Shape;1746;p6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7" name="Google Shape;1747;p6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48" name="Google Shape;1748;p6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9" name="Google Shape;1749;p6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0" name="Google Shape;1750;p6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51" name="Google Shape;1751;p6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52" name="Google Shape;1752;p6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3" name="Google Shape;1753;p6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54" name="Google Shape;1754;p6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5" name="Google Shape;1755;p6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57" name="Google Shape;1757;p6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58" name="Google Shape;1758;p6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9" name="Google Shape;1759;p6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60" name="Google Shape;1760;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1"/>
                                        </p:tgtEl>
                                        <p:attrNameLst>
                                          <p:attrName>style.visibility</p:attrName>
                                        </p:attrNameLst>
                                      </p:cBhvr>
                                      <p:to>
                                        <p:strVal val="visible"/>
                                      </p:to>
                                    </p:set>
                                    <p:animEffect filter="fade" transition="in">
                                      <p:cBhvr>
                                        <p:cTn dur="600"/>
                                        <p:tgtEl>
                                          <p:spTgt spid="17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7"/>
                                        </p:tgtEl>
                                        <p:attrNameLst>
                                          <p:attrName>style.visibility</p:attrName>
                                        </p:attrNameLst>
                                      </p:cBhvr>
                                      <p:to>
                                        <p:strVal val="visible"/>
                                      </p:to>
                                    </p:set>
                                    <p:animEffect filter="fade" transition="in">
                                      <p:cBhvr>
                                        <p:cTn dur="600"/>
                                        <p:tgtEl>
                                          <p:spTgt spid="17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53"/>
                                        </p:tgtEl>
                                        <p:attrNameLst>
                                          <p:attrName>style.visibility</p:attrName>
                                        </p:attrNameLst>
                                      </p:cBhvr>
                                      <p:to>
                                        <p:strVal val="visible"/>
                                      </p:to>
                                    </p:set>
                                    <p:animEffect filter="fade" transition="in">
                                      <p:cBhvr>
                                        <p:cTn dur="600"/>
                                        <p:tgtEl>
                                          <p:spTgt spid="175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59"/>
                                        </p:tgtEl>
                                        <p:attrNameLst>
                                          <p:attrName>style.visibility</p:attrName>
                                        </p:attrNameLst>
                                      </p:cBhvr>
                                      <p:to>
                                        <p:strVal val="visible"/>
                                      </p:to>
                                    </p:set>
                                    <p:animEffect filter="fade" transition="in">
                                      <p:cBhvr>
                                        <p:cTn dur="600"/>
                                        <p:tgtEl>
                                          <p:spTgt spid="175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5" name="Shape 1765"/>
        <p:cNvGrpSpPr/>
        <p:nvPr/>
      </p:nvGrpSpPr>
      <p:grpSpPr>
        <a:xfrm>
          <a:off x="0" y="0"/>
          <a:ext cx="0" cy="0"/>
          <a:chOff x="0" y="0"/>
          <a:chExt cx="0" cy="0"/>
        </a:xfrm>
      </p:grpSpPr>
      <p:sp>
        <p:nvSpPr>
          <p:cNvPr id="1766" name="Google Shape;1766;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67" name="Google Shape;1767;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68" name="Google Shape;1768;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69" name="Google Shape;1769;p6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0" name="Google Shape;1770;p6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1" name="Google Shape;1771;p6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72" name="Google Shape;1772;p6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73" name="Google Shape;1773;p6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74" name="Google Shape;1774;p6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75" name="Google Shape;1775;p6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6" name="Google Shape;1776;p6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7" name="Google Shape;1777;p6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78" name="Google Shape;1778;p6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79" name="Google Shape;1779;p6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80" name="Google Shape;1780;p6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1" name="Google Shape;1781;p6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2" name="Google Shape;1782;p6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83" name="Google Shape;1783;p6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84" name="Google Shape;1784;p6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85" name="Google Shape;1785;p6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6" name="Google Shape;1786;p6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7" name="Google Shape;1787;p6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89" name="Google Shape;1789;p6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90" name="Google Shape;1790;p6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1" name="Google Shape;1791;p6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92" name="Google Shape;1792;p6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93" name="Google Shape;1793;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8" name="Shape 1798"/>
        <p:cNvGrpSpPr/>
        <p:nvPr/>
      </p:nvGrpSpPr>
      <p:grpSpPr>
        <a:xfrm>
          <a:off x="0" y="0"/>
          <a:ext cx="0" cy="0"/>
          <a:chOff x="0" y="0"/>
          <a:chExt cx="0" cy="0"/>
        </a:xfrm>
      </p:grpSpPr>
      <p:sp>
        <p:nvSpPr>
          <p:cNvPr id="1799" name="Google Shape;1799;p6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800" name="Google Shape;1800;p6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801" name="Google Shape;1801;p6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802" name="Google Shape;1802;p6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803" name="Google Shape;1803;p6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4" name="Google Shape;1804;p6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805" name="Google Shape;1805;p6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806" name="Google Shape;1806;p6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7" name="Google Shape;1807;p6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808" name="Google Shape;1808;p6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809" name="Google Shape;1809;p6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0" name="Google Shape;1810;p6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811" name="Google Shape;1811;p6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812" name="Google Shape;1812;p6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3" name="Google Shape;1813;p6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14" name="Google Shape;1814;p6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15" name="Google Shape;1815;p6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6" name="Google Shape;1816;p6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17" name="Google Shape;1817;p67"/>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18" name="Google Shape;1818;p6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9" name="Google Shape;1819;p6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1" name="Google Shape;1821;p6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2" name="Google Shape;1822;p6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4" name="Google Shape;1824;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9" name="Shape 1829"/>
        <p:cNvGrpSpPr/>
        <p:nvPr/>
      </p:nvGrpSpPr>
      <p:grpSpPr>
        <a:xfrm>
          <a:off x="0" y="0"/>
          <a:ext cx="0" cy="0"/>
          <a:chOff x="0" y="0"/>
          <a:chExt cx="0" cy="0"/>
        </a:xfrm>
      </p:grpSpPr>
      <p:sp>
        <p:nvSpPr>
          <p:cNvPr id="1830" name="Google Shape;1830;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1" name="Google Shape;1831;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32" name="Google Shape;1832;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33" name="Google Shape;1833;p68"/>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4" name="Google Shape;1834;p6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35" name="Google Shape;1835;p68"/>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836" name="Google Shape;1836;p68"/>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7" name="Google Shape;1837;p6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838" name="Google Shape;1838;p68"/>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839" name="Google Shape;1839;p68"/>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0" name="Google Shape;1840;p68"/>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41" name="Google Shape;1841;p68"/>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842" name="Google Shape;1842;p68"/>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3" name="Google Shape;1843;p68"/>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44" name="Google Shape;1844;p68"/>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45" name="Google Shape;1845;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0" name="Shape 1850"/>
        <p:cNvGrpSpPr/>
        <p:nvPr/>
      </p:nvGrpSpPr>
      <p:grpSpPr>
        <a:xfrm>
          <a:off x="0" y="0"/>
          <a:ext cx="0" cy="0"/>
          <a:chOff x="0" y="0"/>
          <a:chExt cx="0" cy="0"/>
        </a:xfrm>
      </p:grpSpPr>
      <p:sp>
        <p:nvSpPr>
          <p:cNvPr id="1851" name="Google Shape;1851;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52" name="Google Shape;1852;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853" name="Google Shape;1853;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54" name="Google Shape;1854;p69"/>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5" name="Google Shape;1855;p69"/>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56" name="Google Shape;1856;p69"/>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57" name="Google Shape;1857;p69"/>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8" name="Google Shape;1858;p69"/>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9" name="Google Shape;1859;p69"/>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60" name="Google Shape;1860;p69"/>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61" name="Google Shape;1861;p69"/>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2" name="Google Shape;1862;p69"/>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3" name="Google Shape;1863;p69"/>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64" name="Google Shape;1864;p69"/>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65" name="Google Shape;1865;p69"/>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6" name="Google Shape;1866;p69"/>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7" name="Google Shape;1867;p69"/>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68" name="Google Shape;1868;p69"/>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69" name="Google Shape;1869;p69"/>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0" name="Google Shape;1870;p69"/>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1" name="Google Shape;1871;p69"/>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72" name="Google Shape;1872;p69"/>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73" name="Google Shape;1873;p69"/>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4" name="Google Shape;1874;p69"/>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75" name="Google Shape;1875;p69"/>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76" name="Google Shape;1876;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1" name="Shape 1881"/>
        <p:cNvGrpSpPr/>
        <p:nvPr/>
      </p:nvGrpSpPr>
      <p:grpSpPr>
        <a:xfrm>
          <a:off x="0" y="0"/>
          <a:ext cx="0" cy="0"/>
          <a:chOff x="0" y="0"/>
          <a:chExt cx="0" cy="0"/>
        </a:xfrm>
      </p:grpSpPr>
      <p:sp>
        <p:nvSpPr>
          <p:cNvPr id="1882" name="Google Shape;1882;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83" name="Google Shape;1883;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84" name="Google Shape;1884;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85" name="Google Shape;1885;p70"/>
          <p:cNvGraphicFramePr/>
          <p:nvPr/>
        </p:nvGraphicFramePr>
        <p:xfrm>
          <a:off x="411480" y="1298448"/>
          <a:ext cx="3000000" cy="3000000"/>
        </p:xfrm>
        <a:graphic>
          <a:graphicData uri="http://schemas.openxmlformats.org/drawingml/2006/table">
            <a:tbl>
              <a:tblPr>
                <a:noFill/>
                <a:tableStyleId>{44C7AB39-75F1-484D-9647-466482E4A2EA}</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86" name="Google Shape;1886;p70"/>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7" name="Google Shape;1887;p70"/>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88" name="Google Shape;1888;p70"/>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89" name="Google Shape;1889;p70"/>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0" name="Google Shape;1890;p70"/>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91" name="Google Shape;1891;p70"/>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92" name="Google Shape;1892;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7" name="Shape 1897"/>
        <p:cNvGrpSpPr/>
        <p:nvPr/>
      </p:nvGrpSpPr>
      <p:grpSpPr>
        <a:xfrm>
          <a:off x="0" y="0"/>
          <a:ext cx="0" cy="0"/>
          <a:chOff x="0" y="0"/>
          <a:chExt cx="0" cy="0"/>
        </a:xfrm>
      </p:grpSpPr>
      <p:sp>
        <p:nvSpPr>
          <p:cNvPr id="1898" name="Google Shape;1898;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9" name="Google Shape;1899;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900" name="Google Shape;1900;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901" name="Google Shape;1901;p71"/>
          <p:cNvGraphicFramePr/>
          <p:nvPr/>
        </p:nvGraphicFramePr>
        <p:xfrm>
          <a:off x="411480" y="1298448"/>
          <a:ext cx="3000000" cy="3000000"/>
        </p:xfrm>
        <a:graphic>
          <a:graphicData uri="http://schemas.openxmlformats.org/drawingml/2006/table">
            <a:tbl>
              <a:tblPr>
                <a:noFill/>
                <a:tableStyleId>{44C7AB39-75F1-484D-9647-466482E4A2EA}</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02" name="Google Shape;1902;p71"/>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3" name="Google Shape;1903;p71"/>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904" name="Google Shape;1904;p71"/>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05" name="Google Shape;1905;p71"/>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6" name="Google Shape;1906;p71"/>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07" name="Google Shape;1907;p71"/>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908" name="Google Shape;1908;p71"/>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9" name="Google Shape;1909;p71"/>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910" name="Google Shape;1910;p71"/>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11" name="Google Shape;1911;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6" name="Shape 1916"/>
        <p:cNvGrpSpPr/>
        <p:nvPr/>
      </p:nvGrpSpPr>
      <p:grpSpPr>
        <a:xfrm>
          <a:off x="0" y="0"/>
          <a:ext cx="0" cy="0"/>
          <a:chOff x="0" y="0"/>
          <a:chExt cx="0" cy="0"/>
        </a:xfrm>
      </p:grpSpPr>
      <p:sp>
        <p:nvSpPr>
          <p:cNvPr id="1917" name="Google Shape;1917;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18" name="Google Shape;1918;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19" name="Google Shape;1919;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20" name="Google Shape;1920;p72"/>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1" name="Google Shape;1921;p72"/>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2" name="Google Shape;1922;p72"/>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23" name="Google Shape;1923;p72"/>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924" name="Google Shape;1924;p72"/>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5" name="Google Shape;1925;p72"/>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6" name="Google Shape;1926;p72"/>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27" name="Google Shape;1927;p72"/>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928" name="Google Shape;1928;p72"/>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9" name="Google Shape;1929;p72"/>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0" name="Google Shape;1930;p72"/>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31" name="Google Shape;1931;p72"/>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32" name="Google Shape;1932;p72"/>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3" name="Google Shape;1933;p72"/>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4" name="Google Shape;1934;p72"/>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35" name="Google Shape;1935;p72"/>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936" name="Google Shape;1936;p7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7" name="Google Shape;1937;p72"/>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938" name="Google Shape;1938;p7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939" name="Google Shape;1939;p72"/>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0" name="Google Shape;1940;p72"/>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941" name="Google Shape;1941;p72"/>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42" name="Google Shape;1942;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7" name="Shape 1947"/>
        <p:cNvGrpSpPr/>
        <p:nvPr/>
      </p:nvGrpSpPr>
      <p:grpSpPr>
        <a:xfrm>
          <a:off x="0" y="0"/>
          <a:ext cx="0" cy="0"/>
          <a:chOff x="0" y="0"/>
          <a:chExt cx="0" cy="0"/>
        </a:xfrm>
      </p:grpSpPr>
      <p:sp>
        <p:nvSpPr>
          <p:cNvPr id="1948" name="Google Shape;1948;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49" name="Google Shape;1949;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950" name="Google Shape;1950;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51" name="Google Shape;1951;p73"/>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2" name="Google Shape;1952;p73"/>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53" name="Google Shape;1953;p73"/>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54" name="Google Shape;1954;p73"/>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5" name="Google Shape;1955;p73"/>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56" name="Google Shape;1956;p73"/>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57" name="Google Shape;1957;p73"/>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8" name="Google Shape;1958;p73"/>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59" name="Google Shape;1959;p73"/>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60" name="Google Shape;1960;p73"/>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1" name="Google Shape;1961;p73"/>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62" name="Google Shape;1962;p73"/>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3" name="Google Shape;1963;p73"/>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64" name="Google Shape;1964;p73"/>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65" name="Google Shape;1965;p73"/>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6" name="Google Shape;1966;p73"/>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67" name="Google Shape;1967;p73"/>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68" name="Google Shape;1968;p73"/>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9" name="Google Shape;1969;p73"/>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70" name="Google Shape;1970;p73"/>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71" name="Google Shape;1971;p73"/>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2" name="Google Shape;1972;p73"/>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73" name="Google Shape;1973;p73"/>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74" name="Google Shape;1974;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9" name="Shape 1979"/>
        <p:cNvGrpSpPr/>
        <p:nvPr/>
      </p:nvGrpSpPr>
      <p:grpSpPr>
        <a:xfrm>
          <a:off x="0" y="0"/>
          <a:ext cx="0" cy="0"/>
          <a:chOff x="0" y="0"/>
          <a:chExt cx="0" cy="0"/>
        </a:xfrm>
      </p:grpSpPr>
      <p:sp>
        <p:nvSpPr>
          <p:cNvPr id="1980" name="Google Shape;1980;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81" name="Google Shape;1981;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82" name="Google Shape;1982;p7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7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4" name="Google Shape;1984;p7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85" name="Google Shape;1985;p7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86" name="Google Shape;1986;p7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7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88" name="Google Shape;1988;p7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9" name="Google Shape;1989;p7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0" name="Google Shape;1990;p7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91" name="Google Shape;1991;p7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92" name="Google Shape;1992;p7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3" name="Google Shape;1993;p7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94" name="Google Shape;1994;p7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7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97" name="Google Shape;1997;p7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98" name="Google Shape;1998;p7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9" name="Google Shape;1999;p7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2000" name="Google Shape;2000;p7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1" name="Google Shape;2001;p7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2" name="Google Shape;2002;p7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03" name="Google Shape;2003;p7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2004" name="Google Shape;2004;p7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5" name="Google Shape;2005;p7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06" name="Google Shape;2006;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7"/>
                                        </p:tgtEl>
                                        <p:attrNameLst>
                                          <p:attrName>style.visibility</p:attrName>
                                        </p:attrNameLst>
                                      </p:cBhvr>
                                      <p:to>
                                        <p:strVal val="visible"/>
                                      </p:to>
                                    </p:set>
                                    <p:animEffect filter="fade" transition="in">
                                      <p:cBhvr>
                                        <p:cTn dur="600"/>
                                        <p:tgtEl>
                                          <p:spTgt spid="198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3"/>
                                        </p:tgtEl>
                                        <p:attrNameLst>
                                          <p:attrName>style.visibility</p:attrName>
                                        </p:attrNameLst>
                                      </p:cBhvr>
                                      <p:to>
                                        <p:strVal val="visible"/>
                                      </p:to>
                                    </p:set>
                                    <p:animEffect filter="fade" transition="in">
                                      <p:cBhvr>
                                        <p:cTn dur="600"/>
                                        <p:tgtEl>
                                          <p:spTgt spid="19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9"/>
                                        </p:tgtEl>
                                        <p:attrNameLst>
                                          <p:attrName>style.visibility</p:attrName>
                                        </p:attrNameLst>
                                      </p:cBhvr>
                                      <p:to>
                                        <p:strVal val="visible"/>
                                      </p:to>
                                    </p:set>
                                    <p:animEffect filter="fade" transition="in">
                                      <p:cBhvr>
                                        <p:cTn dur="600"/>
                                        <p:tgtEl>
                                          <p:spTgt spid="199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05"/>
                                        </p:tgtEl>
                                        <p:attrNameLst>
                                          <p:attrName>style.visibility</p:attrName>
                                        </p:attrNameLst>
                                      </p:cBhvr>
                                      <p:to>
                                        <p:strVal val="visible"/>
                                      </p:to>
                                    </p:set>
                                    <p:animEffect filter="fade" transition="in">
                                      <p:cBhvr>
                                        <p:cTn dur="600"/>
                                        <p:tgtEl>
                                          <p:spTgt spid="200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1" name="Shape 2011"/>
        <p:cNvGrpSpPr/>
        <p:nvPr/>
      </p:nvGrpSpPr>
      <p:grpSpPr>
        <a:xfrm>
          <a:off x="0" y="0"/>
          <a:ext cx="0" cy="0"/>
          <a:chOff x="0" y="0"/>
          <a:chExt cx="0" cy="0"/>
        </a:xfrm>
      </p:grpSpPr>
      <p:sp>
        <p:nvSpPr>
          <p:cNvPr id="2012" name="Google Shape;2012;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13" name="Google Shape;2013;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14" name="Google Shape;2014;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15" name="Google Shape;2015;p7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6" name="Google Shape;2016;p7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7" name="Google Shape;2017;p7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18" name="Google Shape;2018;p7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19" name="Google Shape;2019;p7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20" name="Google Shape;2020;p7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21" name="Google Shape;2021;p7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7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24" name="Google Shape;2024;p7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25" name="Google Shape;2025;p7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26" name="Google Shape;2026;p7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7" name="Google Shape;2027;p7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30" name="Google Shape;2030;p7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31" name="Google Shape;2031;p7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2" name="Google Shape;2032;p7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3" name="Google Shape;2033;p7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34" name="Google Shape;2034;p7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035" name="Google Shape;2035;p7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036" name="Google Shape;2036;p7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7" name="Google Shape;2037;p7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038" name="Google Shape;2038;p7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039" name="Google Shape;2039;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4" name="Shape 2044"/>
        <p:cNvGrpSpPr/>
        <p:nvPr/>
      </p:nvGrpSpPr>
      <p:grpSpPr>
        <a:xfrm>
          <a:off x="0" y="0"/>
          <a:ext cx="0" cy="0"/>
          <a:chOff x="0" y="0"/>
          <a:chExt cx="0" cy="0"/>
        </a:xfrm>
      </p:grpSpPr>
      <p:sp>
        <p:nvSpPr>
          <p:cNvPr id="2045" name="Google Shape;2045;p7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046" name="Google Shape;2046;p7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047" name="Google Shape;2047;p7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048" name="Google Shape;2048;p7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049" name="Google Shape;2049;p7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0" name="Google Shape;2050;p7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51" name="Google Shape;2051;p7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52" name="Google Shape;2052;p7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3" name="Google Shape;2053;p7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54" name="Google Shape;2054;p7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55" name="Google Shape;2055;p7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6" name="Google Shape;2056;p7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57" name="Google Shape;2057;p7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58" name="Google Shape;2058;p7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9" name="Google Shape;2059;p7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60" name="Google Shape;2060;p7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61" name="Google Shape;2061;p7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2" name="Google Shape;2062;p7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63" name="Google Shape;2063;p76"/>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64" name="Google Shape;2064;p7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5" name="Google Shape;2065;p7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6" name="Google Shape;2066;p7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7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8" name="Google Shape;2068;p7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9" name="Google Shape;2069;p7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5" name="Shape 2075"/>
        <p:cNvGrpSpPr/>
        <p:nvPr/>
      </p:nvGrpSpPr>
      <p:grpSpPr>
        <a:xfrm>
          <a:off x="0" y="0"/>
          <a:ext cx="0" cy="0"/>
          <a:chOff x="0" y="0"/>
          <a:chExt cx="0" cy="0"/>
        </a:xfrm>
      </p:grpSpPr>
      <p:sp>
        <p:nvSpPr>
          <p:cNvPr id="2076" name="Google Shape;2076;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77" name="Google Shape;2077;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78" name="Google Shape;2078;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79" name="Google Shape;2079;p77"/>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0" name="Google Shape;2080;p77"/>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81" name="Google Shape;2081;p77"/>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82" name="Google Shape;2082;p77"/>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3" name="Google Shape;2083;p77"/>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84" name="Google Shape;2084;p77"/>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85" name="Google Shape;2085;p77"/>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6" name="Google Shape;2086;p77"/>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87" name="Google Shape;2087;p77"/>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88" name="Google Shape;2088;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3" name="Shape 2093"/>
        <p:cNvGrpSpPr/>
        <p:nvPr/>
      </p:nvGrpSpPr>
      <p:grpSpPr>
        <a:xfrm>
          <a:off x="0" y="0"/>
          <a:ext cx="0" cy="0"/>
          <a:chOff x="0" y="0"/>
          <a:chExt cx="0" cy="0"/>
        </a:xfrm>
      </p:grpSpPr>
      <p:sp>
        <p:nvSpPr>
          <p:cNvPr id="2094" name="Google Shape;2094;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95" name="Google Shape;2095;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96" name="Google Shape;2096;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97" name="Google Shape;2097;p78"/>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8" name="Google Shape;2098;p7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99" name="Google Shape;2099;p78"/>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100" name="Google Shape;2100;p78"/>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1" name="Google Shape;2101;p7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102" name="Google Shape;2102;p78"/>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103" name="Google Shape;2103;p78"/>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4" name="Google Shape;2104;p78"/>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105" name="Google Shape;2105;p78"/>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6" name="Google Shape;2106;p78"/>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107" name="Google Shape;2107;p78"/>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8" name="Google Shape;2108;p78"/>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09" name="Google Shape;2109;p78"/>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110" name="Google Shape;2110;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5" name="Shape 2115"/>
        <p:cNvGrpSpPr/>
        <p:nvPr/>
      </p:nvGrpSpPr>
      <p:grpSpPr>
        <a:xfrm>
          <a:off x="0" y="0"/>
          <a:ext cx="0" cy="0"/>
          <a:chOff x="0" y="0"/>
          <a:chExt cx="0" cy="0"/>
        </a:xfrm>
      </p:grpSpPr>
      <p:sp>
        <p:nvSpPr>
          <p:cNvPr id="2116" name="Google Shape;2116;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17" name="Google Shape;2117;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18" name="Google Shape;2118;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19" name="Google Shape;2119;p79"/>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0" name="Google Shape;2120;p79"/>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1" name="Google Shape;2121;p79"/>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22" name="Google Shape;2122;p79"/>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3" name="Google Shape;2123;p79"/>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4" name="Google Shape;2124;p79"/>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25" name="Google Shape;2125;p79"/>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6" name="Google Shape;2126;p79"/>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27" name="Google Shape;2127;p79"/>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28" name="Google Shape;2128;p79"/>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9" name="Google Shape;2129;p79"/>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30" name="Google Shape;2130;p79"/>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31" name="Google Shape;2131;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6" name="Shape 2136"/>
        <p:cNvGrpSpPr/>
        <p:nvPr/>
      </p:nvGrpSpPr>
      <p:grpSpPr>
        <a:xfrm>
          <a:off x="0" y="0"/>
          <a:ext cx="0" cy="0"/>
          <a:chOff x="0" y="0"/>
          <a:chExt cx="0" cy="0"/>
        </a:xfrm>
      </p:grpSpPr>
      <p:sp>
        <p:nvSpPr>
          <p:cNvPr id="2137" name="Google Shape;2137;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8" name="Google Shape;2138;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139" name="Google Shape;2139;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140" name="Google Shape;2140;p80"/>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1" name="Google Shape;2141;p80"/>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2" name="Google Shape;2142;p80"/>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43" name="Google Shape;2143;p80"/>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144" name="Google Shape;2144;p80"/>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80"/>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6" name="Google Shape;2146;p80"/>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47" name="Google Shape;2147;p80"/>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148" name="Google Shape;2148;p80"/>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9" name="Google Shape;2149;p80"/>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0" name="Google Shape;2150;p80"/>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51" name="Google Shape;2151;p80"/>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52" name="Google Shape;2152;p80"/>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3" name="Google Shape;2153;p80"/>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4" name="Google Shape;2154;p80"/>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55" name="Google Shape;2155;p80"/>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56" name="Google Shape;2156;p80"/>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7" name="Google Shape;2157;p80"/>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8" name="Google Shape;2158;p80"/>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59" name="Google Shape;2159;p80"/>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60" name="Google Shape;2160;p80"/>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1" name="Google Shape;2161;p80"/>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2" name="Google Shape;2162;p80"/>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63" name="Google Shape;2163;p80"/>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64" name="Google Shape;2164;p80"/>
          <p:cNvGraphicFramePr/>
          <p:nvPr/>
        </p:nvGraphicFramePr>
        <p:xfrm>
          <a:off x="4846320" y="1298448"/>
          <a:ext cx="3000000" cy="3000000"/>
        </p:xfrm>
        <a:graphic>
          <a:graphicData uri="http://schemas.openxmlformats.org/drawingml/2006/table">
            <a:tbl>
              <a:tblPr>
                <a:noFill/>
                <a:tableStyleId>{44C7AB39-75F1-484D-9647-466482E4A2EA}</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65" name="Google Shape;2165;p80"/>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80"/>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67" name="Google Shape;2167;p80"/>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68" name="Google Shape;2168;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3" name="Shape 2173"/>
        <p:cNvGrpSpPr/>
        <p:nvPr/>
      </p:nvGrpSpPr>
      <p:grpSpPr>
        <a:xfrm>
          <a:off x="0" y="0"/>
          <a:ext cx="0" cy="0"/>
          <a:chOff x="0" y="0"/>
          <a:chExt cx="0" cy="0"/>
        </a:xfrm>
      </p:grpSpPr>
      <p:sp>
        <p:nvSpPr>
          <p:cNvPr id="2174" name="Google Shape;2174;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5" name="Google Shape;2175;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76" name="Google Shape;2176;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77" name="Google Shape;2177;p81"/>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8" name="Google Shape;2178;p81"/>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9" name="Google Shape;2179;p81"/>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80" name="Google Shape;2180;p81"/>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81" name="Google Shape;2181;p81"/>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82" name="Google Shape;2182;p81"/>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1"/>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4" name="Google Shape;2184;p81"/>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85" name="Google Shape;2185;p81"/>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86" name="Google Shape;2186;p81"/>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87" name="Google Shape;2187;p81"/>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9" name="Google Shape;2189;p81"/>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90" name="Google Shape;2190;p81"/>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91" name="Google Shape;2191;p81"/>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92" name="Google Shape;2192;p81"/>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93" name="Google Shape;2193;p81"/>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94" name="Google Shape;2194;p81"/>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95" name="Google Shape;2195;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0" name="Shape 2200"/>
        <p:cNvGrpSpPr/>
        <p:nvPr/>
      </p:nvGrpSpPr>
      <p:grpSpPr>
        <a:xfrm>
          <a:off x="0" y="0"/>
          <a:ext cx="0" cy="0"/>
          <a:chOff x="0" y="0"/>
          <a:chExt cx="0" cy="0"/>
        </a:xfrm>
      </p:grpSpPr>
      <p:sp>
        <p:nvSpPr>
          <p:cNvPr id="2201" name="Google Shape;2201;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02" name="Google Shape;2202;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203" name="Google Shape;2203;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204" name="Google Shape;2204;p82"/>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5" name="Google Shape;2205;p82"/>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206" name="Google Shape;2206;p82"/>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207" name="Google Shape;2207;p82"/>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8" name="Google Shape;2208;p82"/>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209" name="Google Shape;2209;p82"/>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210" name="Google Shape;2210;p82"/>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1" name="Google Shape;2211;p82"/>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212" name="Google Shape;2212;p82"/>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213" name="Google Shape;2213;p82"/>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4" name="Google Shape;2214;p82"/>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215" name="Google Shape;2215;p82"/>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216" name="Google Shape;2216;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1" name="Shape 2221"/>
        <p:cNvGrpSpPr/>
        <p:nvPr/>
      </p:nvGrpSpPr>
      <p:grpSpPr>
        <a:xfrm>
          <a:off x="0" y="0"/>
          <a:ext cx="0" cy="0"/>
          <a:chOff x="0" y="0"/>
          <a:chExt cx="0" cy="0"/>
        </a:xfrm>
      </p:grpSpPr>
      <p:sp>
        <p:nvSpPr>
          <p:cNvPr id="2222" name="Google Shape;2222;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23" name="Google Shape;2223;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224" name="Google Shape;2224;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225" name="Google Shape;2225;p83"/>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8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227" name="Google Shape;2227;p83"/>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228" name="Google Shape;2228;p83"/>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9" name="Google Shape;2229;p83"/>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230" name="Google Shape;2230;p83"/>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231" name="Google Shape;2231;p83"/>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232" name="Google Shape;2232;p83"/>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3" name="Google Shape;2233;p83"/>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234" name="Google Shape;2234;p83"/>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35" name="Google Shape;2235;p83"/>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6" name="Google Shape;2236;p83"/>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237" name="Google Shape;2237;p83"/>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38" name="Google Shape;2238;p83"/>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9" name="Google Shape;2239;p83"/>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240" name="Google Shape;2240;p8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1" name="Google Shape;2241;p8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242" name="Google Shape;2242;p8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243" name="Google Shape;2243;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8" name="Shape 2248"/>
        <p:cNvGrpSpPr/>
        <p:nvPr/>
      </p:nvGrpSpPr>
      <p:grpSpPr>
        <a:xfrm>
          <a:off x="0" y="0"/>
          <a:ext cx="0" cy="0"/>
          <a:chOff x="0" y="0"/>
          <a:chExt cx="0" cy="0"/>
        </a:xfrm>
      </p:grpSpPr>
      <p:sp>
        <p:nvSpPr>
          <p:cNvPr id="2249" name="Google Shape;2249;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250" name="Google Shape;2250;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51" name="Google Shape;2251;p8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2" name="Google Shape;2252;p8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8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54" name="Google Shape;2254;p8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55" name="Google Shape;2255;p8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6" name="Google Shape;2256;p8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57" name="Google Shape;2257;p8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8" name="Google Shape;2258;p8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9" name="Google Shape;2259;p8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60" name="Google Shape;2260;p8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61" name="Google Shape;2261;p8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2" name="Google Shape;2262;p8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63" name="Google Shape;2263;p8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4" name="Google Shape;2264;p8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5" name="Google Shape;2265;p8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66" name="Google Shape;2266;p8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67" name="Google Shape;2267;p8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8" name="Google Shape;2268;p8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69" name="Google Shape;2269;p8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0" name="Google Shape;2270;p8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1" name="Google Shape;2271;p8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72" name="Google Shape;2272;p8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73" name="Google Shape;2273;p8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4" name="Google Shape;2274;p8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75" name="Google Shape;2275;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56"/>
                                        </p:tgtEl>
                                        <p:attrNameLst>
                                          <p:attrName>style.visibility</p:attrName>
                                        </p:attrNameLst>
                                      </p:cBhvr>
                                      <p:to>
                                        <p:strVal val="visible"/>
                                      </p:to>
                                    </p:set>
                                    <p:animEffect filter="fade" transition="in">
                                      <p:cBhvr>
                                        <p:cTn dur="600"/>
                                        <p:tgtEl>
                                          <p:spTgt spid="2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62"/>
                                        </p:tgtEl>
                                        <p:attrNameLst>
                                          <p:attrName>style.visibility</p:attrName>
                                        </p:attrNameLst>
                                      </p:cBhvr>
                                      <p:to>
                                        <p:strVal val="visible"/>
                                      </p:to>
                                    </p:set>
                                    <p:animEffect filter="fade" transition="in">
                                      <p:cBhvr>
                                        <p:cTn dur="600"/>
                                        <p:tgtEl>
                                          <p:spTgt spid="2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68"/>
                                        </p:tgtEl>
                                        <p:attrNameLst>
                                          <p:attrName>style.visibility</p:attrName>
                                        </p:attrNameLst>
                                      </p:cBhvr>
                                      <p:to>
                                        <p:strVal val="visible"/>
                                      </p:to>
                                    </p:set>
                                    <p:animEffect filter="fade" transition="in">
                                      <p:cBhvr>
                                        <p:cTn dur="600"/>
                                        <p:tgtEl>
                                          <p:spTgt spid="22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74"/>
                                        </p:tgtEl>
                                        <p:attrNameLst>
                                          <p:attrName>style.visibility</p:attrName>
                                        </p:attrNameLst>
                                      </p:cBhvr>
                                      <p:to>
                                        <p:strVal val="visible"/>
                                      </p:to>
                                    </p:set>
                                    <p:animEffect filter="fade" transition="in">
                                      <p:cBhvr>
                                        <p:cTn dur="600"/>
                                        <p:tgtEl>
                                          <p:spTgt spid="22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0" name="Shape 2280"/>
        <p:cNvGrpSpPr/>
        <p:nvPr/>
      </p:nvGrpSpPr>
      <p:grpSpPr>
        <a:xfrm>
          <a:off x="0" y="0"/>
          <a:ext cx="0" cy="0"/>
          <a:chOff x="0" y="0"/>
          <a:chExt cx="0" cy="0"/>
        </a:xfrm>
      </p:grpSpPr>
      <p:sp>
        <p:nvSpPr>
          <p:cNvPr id="2281" name="Google Shape;2281;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82" name="Google Shape;2282;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83" name="Google Shape;2283;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84" name="Google Shape;2284;p8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5" name="Google Shape;2285;p8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86" name="Google Shape;2286;p8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87" name="Google Shape;2287;p8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88" name="Google Shape;2288;p8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89" name="Google Shape;2289;p8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90" name="Google Shape;2290;p8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8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2" name="Google Shape;2292;p8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93" name="Google Shape;2293;p8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94" name="Google Shape;2294;p8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95" name="Google Shape;2295;p8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6" name="Google Shape;2296;p8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7" name="Google Shape;2297;p8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98" name="Google Shape;2298;p8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99" name="Google Shape;2299;p8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300" name="Google Shape;2300;p8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1" name="Google Shape;2301;p8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2" name="Google Shape;2302;p8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303" name="Google Shape;2303;p8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304" name="Google Shape;2304;p8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305" name="Google Shape;2305;p8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6" name="Google Shape;2306;p8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307" name="Google Shape;2307;p8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308" name="Google Shape;2308;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3" name="Shape 2313"/>
        <p:cNvGrpSpPr/>
        <p:nvPr/>
      </p:nvGrpSpPr>
      <p:grpSpPr>
        <a:xfrm>
          <a:off x="0" y="0"/>
          <a:ext cx="0" cy="0"/>
          <a:chOff x="0" y="0"/>
          <a:chExt cx="0" cy="0"/>
        </a:xfrm>
      </p:grpSpPr>
      <p:sp>
        <p:nvSpPr>
          <p:cNvPr id="2314" name="Google Shape;2314;p8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315" name="Google Shape;2315;p8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316" name="Google Shape;2316;p8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317" name="Google Shape;2317;p8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8" name="Google Shape;2318;p8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319" name="Google Shape;2319;p8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320" name="Google Shape;2320;p8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1" name="Google Shape;2321;p8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2" name="Google Shape;2322;p8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3" name="Google Shape;2323;p8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4" name="Google Shape;2324;p8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5" name="Google Shape;2325;p8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6" name="Google Shape;2326;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
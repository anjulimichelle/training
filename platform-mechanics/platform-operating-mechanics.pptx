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wipe(left)">
                                      <p:cBhvr>
                                        <p:cTn id="7" dur="12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wipe(left)">
                                      <p:cBhvr>
                                        <p:cTn id="12" dur="12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wipe(left)">
                                      <p:cBhvr>
                                        <p:cTn id="17" dur="12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wipe(left)">
                                      <p:cBhvr>
                                        <p:cTn id="22" dur="12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wipe(left)">
                                      <p:cBhvr>
                                        <p:cTn id="27" dur="12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wipe(left)">
                                      <p:cBhvr>
                                        <p:cTn id="32" dur="12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wipe(left)">
                                      <p:cBhvr>
                                        <p:cTn id="37" dur="12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wipe(left)">
                                      <p:cBhvr>
                                        <p:cTn id="7" dur="12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wipe(left)">
                                      <p:cBhvr>
                                        <p:cTn id="12" dur="12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wipe(left)">
                                      <p:cBhvr>
                                        <p:cTn id="17" dur="12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wipe(left)">
                                      <p:cBhvr>
                                        <p:cTn id="22" dur="12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wipe(left)">
                                      <p:cBhvr>
                                        <p:cTn id="27" dur="12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2026-10-01T20:24:14Z</dcterms:created>
  <dcterms:modified xsi:type="dcterms:W3CDTF">2026-10-01T20:24:14Z</dcterms:modified>
</cp:coreProperties>
</file>